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4783A7-43F9-42AA-9380-93121D2062F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36950D-8D35-43A4-9E14-E12E789BBF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Dataset contains approximately 279,780 records.</a:t>
          </a:r>
          <a:endParaRPr lang="en-US"/>
        </a:p>
      </dgm:t>
    </dgm:pt>
    <dgm:pt modelId="{4E6572A7-BB5F-45DE-8AAF-DB3A2D7DE0B2}" type="parTrans" cxnId="{279EB67A-BC63-4A2D-897E-69446F9090FA}">
      <dgm:prSet/>
      <dgm:spPr/>
      <dgm:t>
        <a:bodyPr/>
        <a:lstStyle/>
        <a:p>
          <a:endParaRPr lang="en-US"/>
        </a:p>
      </dgm:t>
    </dgm:pt>
    <dgm:pt modelId="{D4E72CB2-C4A6-471B-B28A-84797D46B90E}" type="sibTrans" cxnId="{279EB67A-BC63-4A2D-897E-69446F9090FA}">
      <dgm:prSet/>
      <dgm:spPr/>
      <dgm:t>
        <a:bodyPr/>
        <a:lstStyle/>
        <a:p>
          <a:endParaRPr lang="en-US"/>
        </a:p>
      </dgm:t>
    </dgm:pt>
    <dgm:pt modelId="{0B33E15F-6057-4E3F-982D-235FDBCFEE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Includes county, city, utility, and model year data</a:t>
          </a:r>
          <a:endParaRPr lang="en-US"/>
        </a:p>
      </dgm:t>
    </dgm:pt>
    <dgm:pt modelId="{96D08B3C-BAA1-4C70-9870-543154E646E0}" type="parTrans" cxnId="{ABCBAC45-6488-4728-AA60-94C83143AE37}">
      <dgm:prSet/>
      <dgm:spPr/>
      <dgm:t>
        <a:bodyPr/>
        <a:lstStyle/>
        <a:p>
          <a:endParaRPr lang="en-US"/>
        </a:p>
      </dgm:t>
    </dgm:pt>
    <dgm:pt modelId="{E0002984-4164-4963-B2C8-63EF3AFAA9D8}" type="sibTrans" cxnId="{ABCBAC45-6488-4728-AA60-94C83143AE37}">
      <dgm:prSet/>
      <dgm:spPr/>
      <dgm:t>
        <a:bodyPr/>
        <a:lstStyle/>
        <a:p>
          <a:endParaRPr lang="en-US"/>
        </a:p>
      </dgm:t>
    </dgm:pt>
    <dgm:pt modelId="{38FC2100-9308-48F9-BCDC-DE3234D1F2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Tracks EV registrations across Washington State</a:t>
          </a:r>
          <a:endParaRPr lang="en-US"/>
        </a:p>
      </dgm:t>
    </dgm:pt>
    <dgm:pt modelId="{1192C78A-C040-409E-BE93-1ACC4CF2E4B3}" type="parTrans" cxnId="{E1CDC484-608A-4BCC-9476-FE02186B9CCE}">
      <dgm:prSet/>
      <dgm:spPr/>
      <dgm:t>
        <a:bodyPr/>
        <a:lstStyle/>
        <a:p>
          <a:endParaRPr lang="en-US"/>
        </a:p>
      </dgm:t>
    </dgm:pt>
    <dgm:pt modelId="{A368813D-E33E-4F08-94DE-1A3BD5038E09}" type="sibTrans" cxnId="{E1CDC484-608A-4BCC-9476-FE02186B9CCE}">
      <dgm:prSet/>
      <dgm:spPr/>
      <dgm:t>
        <a:bodyPr/>
        <a:lstStyle/>
        <a:p>
          <a:endParaRPr lang="en-US"/>
        </a:p>
      </dgm:t>
    </dgm:pt>
    <dgm:pt modelId="{5BB97802-F506-48F0-B85E-E1553DE32E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Contains both BEV and PHEV vehicle types</a:t>
          </a:r>
          <a:endParaRPr lang="en-US"/>
        </a:p>
      </dgm:t>
    </dgm:pt>
    <dgm:pt modelId="{CDCE89DD-7C52-4E3F-9BF8-8F00589337EA}" type="parTrans" cxnId="{A06A6915-D28F-4F93-A9A2-47DB1479AC7E}">
      <dgm:prSet/>
      <dgm:spPr/>
      <dgm:t>
        <a:bodyPr/>
        <a:lstStyle/>
        <a:p>
          <a:endParaRPr lang="en-US"/>
        </a:p>
      </dgm:t>
    </dgm:pt>
    <dgm:pt modelId="{76EA2194-FF64-49C7-9378-F5A417F16C2D}" type="sibTrans" cxnId="{A06A6915-D28F-4F93-A9A2-47DB1479AC7E}">
      <dgm:prSet/>
      <dgm:spPr/>
      <dgm:t>
        <a:bodyPr/>
        <a:lstStyle/>
        <a:p>
          <a:endParaRPr lang="en-US"/>
        </a:p>
      </dgm:t>
    </dgm:pt>
    <dgm:pt modelId="{DF00250F-6FC6-4712-B742-5E45543259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Useful for geographic and trend analysis</a:t>
          </a:r>
          <a:endParaRPr lang="en-US"/>
        </a:p>
      </dgm:t>
    </dgm:pt>
    <dgm:pt modelId="{D374DF7F-4810-4A30-95B6-F2851C8F49EE}" type="parTrans" cxnId="{A47BBB8D-9374-4629-8854-48CCCCFC481F}">
      <dgm:prSet/>
      <dgm:spPr/>
      <dgm:t>
        <a:bodyPr/>
        <a:lstStyle/>
        <a:p>
          <a:endParaRPr lang="en-US"/>
        </a:p>
      </dgm:t>
    </dgm:pt>
    <dgm:pt modelId="{059EF351-BB94-4A19-8126-987A67A66393}" type="sibTrans" cxnId="{A47BBB8D-9374-4629-8854-48CCCCFC481F}">
      <dgm:prSet/>
      <dgm:spPr/>
      <dgm:t>
        <a:bodyPr/>
        <a:lstStyle/>
        <a:p>
          <a:endParaRPr lang="en-US"/>
        </a:p>
      </dgm:t>
    </dgm:pt>
    <dgm:pt modelId="{9BF2EEFF-0758-4962-AC66-DC471B829F60}" type="pres">
      <dgm:prSet presAssocID="{4A4783A7-43F9-42AA-9380-93121D2062F3}" presName="root" presStyleCnt="0">
        <dgm:presLayoutVars>
          <dgm:dir/>
          <dgm:resizeHandles val="exact"/>
        </dgm:presLayoutVars>
      </dgm:prSet>
      <dgm:spPr/>
    </dgm:pt>
    <dgm:pt modelId="{AC44B0CE-8F8A-4BF7-BE96-C7AC5E1C3D3D}" type="pres">
      <dgm:prSet presAssocID="{A636950D-8D35-43A4-9E14-E12E789BBF17}" presName="compNode" presStyleCnt="0"/>
      <dgm:spPr/>
    </dgm:pt>
    <dgm:pt modelId="{6FF2831D-D362-4258-8A6C-6E7956D73BC9}" type="pres">
      <dgm:prSet presAssocID="{A636950D-8D35-43A4-9E14-E12E789BBF17}" presName="iconBgRect" presStyleLbl="bgShp" presStyleIdx="0" presStyleCnt="5"/>
      <dgm:spPr/>
    </dgm:pt>
    <dgm:pt modelId="{44BFEBFA-68B9-475F-BDEC-180E36E72036}" type="pres">
      <dgm:prSet presAssocID="{A636950D-8D35-43A4-9E14-E12E789BBF1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6A638B-4DA6-49D4-A961-817F378073AB}" type="pres">
      <dgm:prSet presAssocID="{A636950D-8D35-43A4-9E14-E12E789BBF17}" presName="spaceRect" presStyleCnt="0"/>
      <dgm:spPr/>
    </dgm:pt>
    <dgm:pt modelId="{A40F0F43-2C19-4983-B1EB-9EB02056AFEB}" type="pres">
      <dgm:prSet presAssocID="{A636950D-8D35-43A4-9E14-E12E789BBF17}" presName="textRect" presStyleLbl="revTx" presStyleIdx="0" presStyleCnt="5">
        <dgm:presLayoutVars>
          <dgm:chMax val="1"/>
          <dgm:chPref val="1"/>
        </dgm:presLayoutVars>
      </dgm:prSet>
      <dgm:spPr/>
    </dgm:pt>
    <dgm:pt modelId="{15778ED1-901E-4FC1-8E7E-C31D8990307B}" type="pres">
      <dgm:prSet presAssocID="{D4E72CB2-C4A6-471B-B28A-84797D46B90E}" presName="sibTrans" presStyleCnt="0"/>
      <dgm:spPr/>
    </dgm:pt>
    <dgm:pt modelId="{F91BB68E-EDC2-45BA-A61C-AF093BECAB04}" type="pres">
      <dgm:prSet presAssocID="{0B33E15F-6057-4E3F-982D-235FDBCFEE2B}" presName="compNode" presStyleCnt="0"/>
      <dgm:spPr/>
    </dgm:pt>
    <dgm:pt modelId="{DA246158-5D25-47B7-9429-01D10252130F}" type="pres">
      <dgm:prSet presAssocID="{0B33E15F-6057-4E3F-982D-235FDBCFEE2B}" presName="iconBgRect" presStyleLbl="bgShp" presStyleIdx="1" presStyleCnt="5"/>
      <dgm:spPr/>
    </dgm:pt>
    <dgm:pt modelId="{811D183C-7485-4211-91A6-00B3BFD72E44}" type="pres">
      <dgm:prSet presAssocID="{0B33E15F-6057-4E3F-982D-235FDBCFEE2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98C1911-D423-492E-BE3A-DE8481355BCA}" type="pres">
      <dgm:prSet presAssocID="{0B33E15F-6057-4E3F-982D-235FDBCFEE2B}" presName="spaceRect" presStyleCnt="0"/>
      <dgm:spPr/>
    </dgm:pt>
    <dgm:pt modelId="{DF1ACB25-0C41-4E59-A72D-B49315B0E908}" type="pres">
      <dgm:prSet presAssocID="{0B33E15F-6057-4E3F-982D-235FDBCFEE2B}" presName="textRect" presStyleLbl="revTx" presStyleIdx="1" presStyleCnt="5">
        <dgm:presLayoutVars>
          <dgm:chMax val="1"/>
          <dgm:chPref val="1"/>
        </dgm:presLayoutVars>
      </dgm:prSet>
      <dgm:spPr/>
    </dgm:pt>
    <dgm:pt modelId="{B451E1D9-F57F-4BE3-B447-BFF2D16026D8}" type="pres">
      <dgm:prSet presAssocID="{E0002984-4164-4963-B2C8-63EF3AFAA9D8}" presName="sibTrans" presStyleCnt="0"/>
      <dgm:spPr/>
    </dgm:pt>
    <dgm:pt modelId="{180B3AD0-3982-4A71-AE73-A8A97C0D3E92}" type="pres">
      <dgm:prSet presAssocID="{38FC2100-9308-48F9-BCDC-DE3234D1F2A7}" presName="compNode" presStyleCnt="0"/>
      <dgm:spPr/>
    </dgm:pt>
    <dgm:pt modelId="{88C1D8C8-8920-49FD-8336-9504C647736D}" type="pres">
      <dgm:prSet presAssocID="{38FC2100-9308-48F9-BCDC-DE3234D1F2A7}" presName="iconBgRect" presStyleLbl="bgShp" presStyleIdx="2" presStyleCnt="5"/>
      <dgm:spPr/>
    </dgm:pt>
    <dgm:pt modelId="{5CFADD1E-A340-492B-978E-7AE3C72D036B}" type="pres">
      <dgm:prSet presAssocID="{38FC2100-9308-48F9-BCDC-DE3234D1F2A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CF9A2D2-8F4F-44F7-BCE3-DD03AF09B069}" type="pres">
      <dgm:prSet presAssocID="{38FC2100-9308-48F9-BCDC-DE3234D1F2A7}" presName="spaceRect" presStyleCnt="0"/>
      <dgm:spPr/>
    </dgm:pt>
    <dgm:pt modelId="{B03AEBD4-87C1-4A40-853F-A3F2F2CB0426}" type="pres">
      <dgm:prSet presAssocID="{38FC2100-9308-48F9-BCDC-DE3234D1F2A7}" presName="textRect" presStyleLbl="revTx" presStyleIdx="2" presStyleCnt="5">
        <dgm:presLayoutVars>
          <dgm:chMax val="1"/>
          <dgm:chPref val="1"/>
        </dgm:presLayoutVars>
      </dgm:prSet>
      <dgm:spPr/>
    </dgm:pt>
    <dgm:pt modelId="{320B9F9F-3D82-46A1-A172-7DC14A62CA44}" type="pres">
      <dgm:prSet presAssocID="{A368813D-E33E-4F08-94DE-1A3BD5038E09}" presName="sibTrans" presStyleCnt="0"/>
      <dgm:spPr/>
    </dgm:pt>
    <dgm:pt modelId="{1B2AAF16-A7A7-40FF-BFCC-0D727FBFFCE2}" type="pres">
      <dgm:prSet presAssocID="{5BB97802-F506-48F0-B85E-E1553DE32EA5}" presName="compNode" presStyleCnt="0"/>
      <dgm:spPr/>
    </dgm:pt>
    <dgm:pt modelId="{2A84B5CD-E223-40C6-852A-676CB590A442}" type="pres">
      <dgm:prSet presAssocID="{5BB97802-F506-48F0-B85E-E1553DE32EA5}" presName="iconBgRect" presStyleLbl="bgShp" presStyleIdx="3" presStyleCnt="5"/>
      <dgm:spPr/>
    </dgm:pt>
    <dgm:pt modelId="{C0866850-8455-41A4-AD1E-E22BA4D01A4A}" type="pres">
      <dgm:prSet presAssocID="{5BB97802-F506-48F0-B85E-E1553DE32EA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365DE91-CFF7-475C-9643-60F04680EDE4}" type="pres">
      <dgm:prSet presAssocID="{5BB97802-F506-48F0-B85E-E1553DE32EA5}" presName="spaceRect" presStyleCnt="0"/>
      <dgm:spPr/>
    </dgm:pt>
    <dgm:pt modelId="{422EF8A5-6F54-4262-A716-55847DA6F938}" type="pres">
      <dgm:prSet presAssocID="{5BB97802-F506-48F0-B85E-E1553DE32EA5}" presName="textRect" presStyleLbl="revTx" presStyleIdx="3" presStyleCnt="5">
        <dgm:presLayoutVars>
          <dgm:chMax val="1"/>
          <dgm:chPref val="1"/>
        </dgm:presLayoutVars>
      </dgm:prSet>
      <dgm:spPr/>
    </dgm:pt>
    <dgm:pt modelId="{9C5C37A3-C0AF-46D7-AA4B-16D8450D5014}" type="pres">
      <dgm:prSet presAssocID="{76EA2194-FF64-49C7-9378-F5A417F16C2D}" presName="sibTrans" presStyleCnt="0"/>
      <dgm:spPr/>
    </dgm:pt>
    <dgm:pt modelId="{BDC836AE-4C1B-46AB-97D2-CF4ABEC6D6D2}" type="pres">
      <dgm:prSet presAssocID="{DF00250F-6FC6-4712-B742-5E4554325936}" presName="compNode" presStyleCnt="0"/>
      <dgm:spPr/>
    </dgm:pt>
    <dgm:pt modelId="{2F7A3B0D-01F8-4B94-99BE-C16E282F00FF}" type="pres">
      <dgm:prSet presAssocID="{DF00250F-6FC6-4712-B742-5E4554325936}" presName="iconBgRect" presStyleLbl="bgShp" presStyleIdx="4" presStyleCnt="5"/>
      <dgm:spPr/>
    </dgm:pt>
    <dgm:pt modelId="{3C3F9B1F-E343-48AA-862E-B1D9C0947911}" type="pres">
      <dgm:prSet presAssocID="{DF00250F-6FC6-4712-B742-5E455432593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95EA6021-020A-44D9-8DEA-F474095695DA}" type="pres">
      <dgm:prSet presAssocID="{DF00250F-6FC6-4712-B742-5E4554325936}" presName="spaceRect" presStyleCnt="0"/>
      <dgm:spPr/>
    </dgm:pt>
    <dgm:pt modelId="{93A08483-1F8E-4BF0-A655-89C68DAAA912}" type="pres">
      <dgm:prSet presAssocID="{DF00250F-6FC6-4712-B742-5E455432593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EB7160B-A4C6-4307-96EC-F24406E349E3}" type="presOf" srcId="{DF00250F-6FC6-4712-B742-5E4554325936}" destId="{93A08483-1F8E-4BF0-A655-89C68DAAA912}" srcOrd="0" destOrd="0" presId="urn:microsoft.com/office/officeart/2018/5/layout/IconCircleLabelList"/>
    <dgm:cxn modelId="{681C4D10-DE20-4B97-A2CD-4752E11A41B8}" type="presOf" srcId="{38FC2100-9308-48F9-BCDC-DE3234D1F2A7}" destId="{B03AEBD4-87C1-4A40-853F-A3F2F2CB0426}" srcOrd="0" destOrd="0" presId="urn:microsoft.com/office/officeart/2018/5/layout/IconCircleLabelList"/>
    <dgm:cxn modelId="{A06A6915-D28F-4F93-A9A2-47DB1479AC7E}" srcId="{4A4783A7-43F9-42AA-9380-93121D2062F3}" destId="{5BB97802-F506-48F0-B85E-E1553DE32EA5}" srcOrd="3" destOrd="0" parTransId="{CDCE89DD-7C52-4E3F-9BF8-8F00589337EA}" sibTransId="{76EA2194-FF64-49C7-9378-F5A417F16C2D}"/>
    <dgm:cxn modelId="{92D9712C-E770-47FF-91F9-07E434B13323}" type="presOf" srcId="{0B33E15F-6057-4E3F-982D-235FDBCFEE2B}" destId="{DF1ACB25-0C41-4E59-A72D-B49315B0E908}" srcOrd="0" destOrd="0" presId="urn:microsoft.com/office/officeart/2018/5/layout/IconCircleLabelList"/>
    <dgm:cxn modelId="{ABCBAC45-6488-4728-AA60-94C83143AE37}" srcId="{4A4783A7-43F9-42AA-9380-93121D2062F3}" destId="{0B33E15F-6057-4E3F-982D-235FDBCFEE2B}" srcOrd="1" destOrd="0" parTransId="{96D08B3C-BAA1-4C70-9870-543154E646E0}" sibTransId="{E0002984-4164-4963-B2C8-63EF3AFAA9D8}"/>
    <dgm:cxn modelId="{279EB67A-BC63-4A2D-897E-69446F9090FA}" srcId="{4A4783A7-43F9-42AA-9380-93121D2062F3}" destId="{A636950D-8D35-43A4-9E14-E12E789BBF17}" srcOrd="0" destOrd="0" parTransId="{4E6572A7-BB5F-45DE-8AAF-DB3A2D7DE0B2}" sibTransId="{D4E72CB2-C4A6-471B-B28A-84797D46B90E}"/>
    <dgm:cxn modelId="{3758077D-D040-48AB-9A7D-FE912CD33E4F}" type="presOf" srcId="{5BB97802-F506-48F0-B85E-E1553DE32EA5}" destId="{422EF8A5-6F54-4262-A716-55847DA6F938}" srcOrd="0" destOrd="0" presId="urn:microsoft.com/office/officeart/2018/5/layout/IconCircleLabelList"/>
    <dgm:cxn modelId="{E1CDC484-608A-4BCC-9476-FE02186B9CCE}" srcId="{4A4783A7-43F9-42AA-9380-93121D2062F3}" destId="{38FC2100-9308-48F9-BCDC-DE3234D1F2A7}" srcOrd="2" destOrd="0" parTransId="{1192C78A-C040-409E-BE93-1ACC4CF2E4B3}" sibTransId="{A368813D-E33E-4F08-94DE-1A3BD5038E09}"/>
    <dgm:cxn modelId="{A47BBB8D-9374-4629-8854-48CCCCFC481F}" srcId="{4A4783A7-43F9-42AA-9380-93121D2062F3}" destId="{DF00250F-6FC6-4712-B742-5E4554325936}" srcOrd="4" destOrd="0" parTransId="{D374DF7F-4810-4A30-95B6-F2851C8F49EE}" sibTransId="{059EF351-BB94-4A19-8126-987A67A66393}"/>
    <dgm:cxn modelId="{FBEF90C2-26D5-4681-AE93-A8924DDA5DE2}" type="presOf" srcId="{4A4783A7-43F9-42AA-9380-93121D2062F3}" destId="{9BF2EEFF-0758-4962-AC66-DC471B829F60}" srcOrd="0" destOrd="0" presId="urn:microsoft.com/office/officeart/2018/5/layout/IconCircleLabelList"/>
    <dgm:cxn modelId="{F198B2D6-12C0-4E2D-91C3-49463252AF09}" type="presOf" srcId="{A636950D-8D35-43A4-9E14-E12E789BBF17}" destId="{A40F0F43-2C19-4983-B1EB-9EB02056AFEB}" srcOrd="0" destOrd="0" presId="urn:microsoft.com/office/officeart/2018/5/layout/IconCircleLabelList"/>
    <dgm:cxn modelId="{E62547D8-0253-4C70-AA96-1988374B30B5}" type="presParOf" srcId="{9BF2EEFF-0758-4962-AC66-DC471B829F60}" destId="{AC44B0CE-8F8A-4BF7-BE96-C7AC5E1C3D3D}" srcOrd="0" destOrd="0" presId="urn:microsoft.com/office/officeart/2018/5/layout/IconCircleLabelList"/>
    <dgm:cxn modelId="{96B89E92-61D5-4057-8BC5-8D50F29BA323}" type="presParOf" srcId="{AC44B0CE-8F8A-4BF7-BE96-C7AC5E1C3D3D}" destId="{6FF2831D-D362-4258-8A6C-6E7956D73BC9}" srcOrd="0" destOrd="0" presId="urn:microsoft.com/office/officeart/2018/5/layout/IconCircleLabelList"/>
    <dgm:cxn modelId="{955B8EB1-494A-475E-9C3C-819C143CBD66}" type="presParOf" srcId="{AC44B0CE-8F8A-4BF7-BE96-C7AC5E1C3D3D}" destId="{44BFEBFA-68B9-475F-BDEC-180E36E72036}" srcOrd="1" destOrd="0" presId="urn:microsoft.com/office/officeart/2018/5/layout/IconCircleLabelList"/>
    <dgm:cxn modelId="{68223520-73E0-457F-850E-0F4E10F97226}" type="presParOf" srcId="{AC44B0CE-8F8A-4BF7-BE96-C7AC5E1C3D3D}" destId="{026A638B-4DA6-49D4-A961-817F378073AB}" srcOrd="2" destOrd="0" presId="urn:microsoft.com/office/officeart/2018/5/layout/IconCircleLabelList"/>
    <dgm:cxn modelId="{DC394AD7-CEA5-4A93-91DC-E8330202CE18}" type="presParOf" srcId="{AC44B0CE-8F8A-4BF7-BE96-C7AC5E1C3D3D}" destId="{A40F0F43-2C19-4983-B1EB-9EB02056AFEB}" srcOrd="3" destOrd="0" presId="urn:microsoft.com/office/officeart/2018/5/layout/IconCircleLabelList"/>
    <dgm:cxn modelId="{DA323FEC-4478-4C4D-9A18-60F254F5B077}" type="presParOf" srcId="{9BF2EEFF-0758-4962-AC66-DC471B829F60}" destId="{15778ED1-901E-4FC1-8E7E-C31D8990307B}" srcOrd="1" destOrd="0" presId="urn:microsoft.com/office/officeart/2018/5/layout/IconCircleLabelList"/>
    <dgm:cxn modelId="{CED5D313-58C7-40A6-9AB2-22FE0315B18A}" type="presParOf" srcId="{9BF2EEFF-0758-4962-AC66-DC471B829F60}" destId="{F91BB68E-EDC2-45BA-A61C-AF093BECAB04}" srcOrd="2" destOrd="0" presId="urn:microsoft.com/office/officeart/2018/5/layout/IconCircleLabelList"/>
    <dgm:cxn modelId="{B6AF434D-4465-434A-80D9-C96D72189570}" type="presParOf" srcId="{F91BB68E-EDC2-45BA-A61C-AF093BECAB04}" destId="{DA246158-5D25-47B7-9429-01D10252130F}" srcOrd="0" destOrd="0" presId="urn:microsoft.com/office/officeart/2018/5/layout/IconCircleLabelList"/>
    <dgm:cxn modelId="{BE43BCD1-BA55-455F-A7E4-3455103D2CB6}" type="presParOf" srcId="{F91BB68E-EDC2-45BA-A61C-AF093BECAB04}" destId="{811D183C-7485-4211-91A6-00B3BFD72E44}" srcOrd="1" destOrd="0" presId="urn:microsoft.com/office/officeart/2018/5/layout/IconCircleLabelList"/>
    <dgm:cxn modelId="{2EB201F0-CD0D-4DA2-A6B5-1CF4F431DBEB}" type="presParOf" srcId="{F91BB68E-EDC2-45BA-A61C-AF093BECAB04}" destId="{B98C1911-D423-492E-BE3A-DE8481355BCA}" srcOrd="2" destOrd="0" presId="urn:microsoft.com/office/officeart/2018/5/layout/IconCircleLabelList"/>
    <dgm:cxn modelId="{E5853C01-4933-4DE3-BFB9-1249B4749CA1}" type="presParOf" srcId="{F91BB68E-EDC2-45BA-A61C-AF093BECAB04}" destId="{DF1ACB25-0C41-4E59-A72D-B49315B0E908}" srcOrd="3" destOrd="0" presId="urn:microsoft.com/office/officeart/2018/5/layout/IconCircleLabelList"/>
    <dgm:cxn modelId="{4717AB88-BF90-4C67-93D7-D1C33F24F209}" type="presParOf" srcId="{9BF2EEFF-0758-4962-AC66-DC471B829F60}" destId="{B451E1D9-F57F-4BE3-B447-BFF2D16026D8}" srcOrd="3" destOrd="0" presId="urn:microsoft.com/office/officeart/2018/5/layout/IconCircleLabelList"/>
    <dgm:cxn modelId="{C5A89018-90F8-45E8-8B9B-A9D7577AA9ED}" type="presParOf" srcId="{9BF2EEFF-0758-4962-AC66-DC471B829F60}" destId="{180B3AD0-3982-4A71-AE73-A8A97C0D3E92}" srcOrd="4" destOrd="0" presId="urn:microsoft.com/office/officeart/2018/5/layout/IconCircleLabelList"/>
    <dgm:cxn modelId="{FCAC71D2-6288-43FA-B0E9-A87316372FF2}" type="presParOf" srcId="{180B3AD0-3982-4A71-AE73-A8A97C0D3E92}" destId="{88C1D8C8-8920-49FD-8336-9504C647736D}" srcOrd="0" destOrd="0" presId="urn:microsoft.com/office/officeart/2018/5/layout/IconCircleLabelList"/>
    <dgm:cxn modelId="{04586876-FE0F-4FEE-989B-EF155D3BEF7A}" type="presParOf" srcId="{180B3AD0-3982-4A71-AE73-A8A97C0D3E92}" destId="{5CFADD1E-A340-492B-978E-7AE3C72D036B}" srcOrd="1" destOrd="0" presId="urn:microsoft.com/office/officeart/2018/5/layout/IconCircleLabelList"/>
    <dgm:cxn modelId="{7EAAD0EF-B763-4EAE-8FBB-FC9F6E78475B}" type="presParOf" srcId="{180B3AD0-3982-4A71-AE73-A8A97C0D3E92}" destId="{ACF9A2D2-8F4F-44F7-BCE3-DD03AF09B069}" srcOrd="2" destOrd="0" presId="urn:microsoft.com/office/officeart/2018/5/layout/IconCircleLabelList"/>
    <dgm:cxn modelId="{28FC0ED9-412A-4C8C-8B89-761BB6C0F9F7}" type="presParOf" srcId="{180B3AD0-3982-4A71-AE73-A8A97C0D3E92}" destId="{B03AEBD4-87C1-4A40-853F-A3F2F2CB0426}" srcOrd="3" destOrd="0" presId="urn:microsoft.com/office/officeart/2018/5/layout/IconCircleLabelList"/>
    <dgm:cxn modelId="{22F84E69-F41D-420A-A41B-47956102B16D}" type="presParOf" srcId="{9BF2EEFF-0758-4962-AC66-DC471B829F60}" destId="{320B9F9F-3D82-46A1-A172-7DC14A62CA44}" srcOrd="5" destOrd="0" presId="urn:microsoft.com/office/officeart/2018/5/layout/IconCircleLabelList"/>
    <dgm:cxn modelId="{983DEF90-607A-410E-A80C-CE50956BBBA4}" type="presParOf" srcId="{9BF2EEFF-0758-4962-AC66-DC471B829F60}" destId="{1B2AAF16-A7A7-40FF-BFCC-0D727FBFFCE2}" srcOrd="6" destOrd="0" presId="urn:microsoft.com/office/officeart/2018/5/layout/IconCircleLabelList"/>
    <dgm:cxn modelId="{A12E6B01-8DE3-4F46-B7E1-2BF1835C5176}" type="presParOf" srcId="{1B2AAF16-A7A7-40FF-BFCC-0D727FBFFCE2}" destId="{2A84B5CD-E223-40C6-852A-676CB590A442}" srcOrd="0" destOrd="0" presId="urn:microsoft.com/office/officeart/2018/5/layout/IconCircleLabelList"/>
    <dgm:cxn modelId="{E143E16F-6C8C-4943-88D2-80E7BBE1F542}" type="presParOf" srcId="{1B2AAF16-A7A7-40FF-BFCC-0D727FBFFCE2}" destId="{C0866850-8455-41A4-AD1E-E22BA4D01A4A}" srcOrd="1" destOrd="0" presId="urn:microsoft.com/office/officeart/2018/5/layout/IconCircleLabelList"/>
    <dgm:cxn modelId="{851BC5AF-51C1-4CCF-B2BE-7B451882616D}" type="presParOf" srcId="{1B2AAF16-A7A7-40FF-BFCC-0D727FBFFCE2}" destId="{D365DE91-CFF7-475C-9643-60F04680EDE4}" srcOrd="2" destOrd="0" presId="urn:microsoft.com/office/officeart/2018/5/layout/IconCircleLabelList"/>
    <dgm:cxn modelId="{8B1E0712-56B2-4452-AC20-E72510D52D82}" type="presParOf" srcId="{1B2AAF16-A7A7-40FF-BFCC-0D727FBFFCE2}" destId="{422EF8A5-6F54-4262-A716-55847DA6F938}" srcOrd="3" destOrd="0" presId="urn:microsoft.com/office/officeart/2018/5/layout/IconCircleLabelList"/>
    <dgm:cxn modelId="{A289E430-D7A1-4C53-990D-0BE4453491E3}" type="presParOf" srcId="{9BF2EEFF-0758-4962-AC66-DC471B829F60}" destId="{9C5C37A3-C0AF-46D7-AA4B-16D8450D5014}" srcOrd="7" destOrd="0" presId="urn:microsoft.com/office/officeart/2018/5/layout/IconCircleLabelList"/>
    <dgm:cxn modelId="{2B614817-2325-4608-B0F5-0EB750FBEF0E}" type="presParOf" srcId="{9BF2EEFF-0758-4962-AC66-DC471B829F60}" destId="{BDC836AE-4C1B-46AB-97D2-CF4ABEC6D6D2}" srcOrd="8" destOrd="0" presId="urn:microsoft.com/office/officeart/2018/5/layout/IconCircleLabelList"/>
    <dgm:cxn modelId="{A9677755-6FFD-4039-95B6-5D62287B9FF4}" type="presParOf" srcId="{BDC836AE-4C1B-46AB-97D2-CF4ABEC6D6D2}" destId="{2F7A3B0D-01F8-4B94-99BE-C16E282F00FF}" srcOrd="0" destOrd="0" presId="urn:microsoft.com/office/officeart/2018/5/layout/IconCircleLabelList"/>
    <dgm:cxn modelId="{69FCE050-43BD-46BB-8254-060AB7ED2E43}" type="presParOf" srcId="{BDC836AE-4C1B-46AB-97D2-CF4ABEC6D6D2}" destId="{3C3F9B1F-E343-48AA-862E-B1D9C0947911}" srcOrd="1" destOrd="0" presId="urn:microsoft.com/office/officeart/2018/5/layout/IconCircleLabelList"/>
    <dgm:cxn modelId="{185CBC03-6A2D-4330-AD86-65AAADC30004}" type="presParOf" srcId="{BDC836AE-4C1B-46AB-97D2-CF4ABEC6D6D2}" destId="{95EA6021-020A-44D9-8DEA-F474095695DA}" srcOrd="2" destOrd="0" presId="urn:microsoft.com/office/officeart/2018/5/layout/IconCircleLabelList"/>
    <dgm:cxn modelId="{81BF20C6-F8C7-459A-80DA-32A1D2D4CC10}" type="presParOf" srcId="{BDC836AE-4C1B-46AB-97D2-CF4ABEC6D6D2}" destId="{93A08483-1F8E-4BF0-A655-89C68DAAA9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F0D9C9-C817-4791-8804-D7E5355A6E4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27D04E-5DD4-4796-9F52-0997293BE479}">
      <dgm:prSet/>
      <dgm:spPr/>
      <dgm:t>
        <a:bodyPr/>
        <a:lstStyle/>
        <a:p>
          <a:pPr>
            <a:defRPr cap="all"/>
          </a:pPr>
          <a:r>
            <a:rPr lang="en-US" b="0" i="0"/>
            <a:t>The analysis revealed several important EV adoption trends.</a:t>
          </a:r>
          <a:endParaRPr lang="en-US"/>
        </a:p>
      </dgm:t>
    </dgm:pt>
    <dgm:pt modelId="{4EC01E21-BEAD-4D75-9292-BE7B86169DD5}" type="parTrans" cxnId="{173F4A88-F4D1-4141-9FE5-5E53214288DF}">
      <dgm:prSet/>
      <dgm:spPr/>
      <dgm:t>
        <a:bodyPr/>
        <a:lstStyle/>
        <a:p>
          <a:endParaRPr lang="en-US"/>
        </a:p>
      </dgm:t>
    </dgm:pt>
    <dgm:pt modelId="{2BFA2746-E4E0-4423-AE11-27D1873D79F4}" type="sibTrans" cxnId="{173F4A88-F4D1-4141-9FE5-5E53214288DF}">
      <dgm:prSet/>
      <dgm:spPr/>
      <dgm:t>
        <a:bodyPr/>
        <a:lstStyle/>
        <a:p>
          <a:endParaRPr lang="en-US"/>
        </a:p>
      </dgm:t>
    </dgm:pt>
    <dgm:pt modelId="{6A88D97D-F7C3-4A1E-8294-BCF33455A36C}">
      <dgm:prSet/>
      <dgm:spPr/>
      <dgm:t>
        <a:bodyPr/>
        <a:lstStyle/>
        <a:p>
          <a:pPr>
            <a:defRPr cap="all"/>
          </a:pPr>
          <a:r>
            <a:rPr lang="en-US" b="0" i="0"/>
            <a:t>EV registrations have increased rapidly in recent years</a:t>
          </a:r>
          <a:endParaRPr lang="en-US"/>
        </a:p>
      </dgm:t>
    </dgm:pt>
    <dgm:pt modelId="{7B987D5A-1112-41B5-8ABA-9B475CD0926C}" type="parTrans" cxnId="{266B18A8-39C4-4EE6-A9ED-240188593E57}">
      <dgm:prSet/>
      <dgm:spPr/>
      <dgm:t>
        <a:bodyPr/>
        <a:lstStyle/>
        <a:p>
          <a:endParaRPr lang="en-US"/>
        </a:p>
      </dgm:t>
    </dgm:pt>
    <dgm:pt modelId="{D32905FA-5D81-4DC8-98C3-B0CF46E50726}" type="sibTrans" cxnId="{266B18A8-39C4-4EE6-A9ED-240188593E57}">
      <dgm:prSet/>
      <dgm:spPr/>
      <dgm:t>
        <a:bodyPr/>
        <a:lstStyle/>
        <a:p>
          <a:endParaRPr lang="en-US"/>
        </a:p>
      </dgm:t>
    </dgm:pt>
    <dgm:pt modelId="{38EFEB16-C7FC-475D-A0E0-991F8397160D}">
      <dgm:prSet/>
      <dgm:spPr/>
      <dgm:t>
        <a:bodyPr/>
        <a:lstStyle/>
        <a:p>
          <a:pPr>
            <a:defRPr cap="all"/>
          </a:pPr>
          <a:r>
            <a:rPr lang="en-US" b="0" i="0"/>
            <a:t>Battery Electric Vehicles dominate the market</a:t>
          </a:r>
          <a:endParaRPr lang="en-US"/>
        </a:p>
      </dgm:t>
    </dgm:pt>
    <dgm:pt modelId="{BDFD6CF3-CE40-4686-A922-6EA78172ACF8}" type="parTrans" cxnId="{F82ED57F-74B0-4164-A87C-B863D1EEF45F}">
      <dgm:prSet/>
      <dgm:spPr/>
      <dgm:t>
        <a:bodyPr/>
        <a:lstStyle/>
        <a:p>
          <a:endParaRPr lang="en-US"/>
        </a:p>
      </dgm:t>
    </dgm:pt>
    <dgm:pt modelId="{EEF572E4-15E4-4FD1-8FFF-0190026766E3}" type="sibTrans" cxnId="{F82ED57F-74B0-4164-A87C-B863D1EEF45F}">
      <dgm:prSet/>
      <dgm:spPr/>
      <dgm:t>
        <a:bodyPr/>
        <a:lstStyle/>
        <a:p>
          <a:endParaRPr lang="en-US"/>
        </a:p>
      </dgm:t>
    </dgm:pt>
    <dgm:pt modelId="{A68D2239-4BA1-42C8-8538-2051D75B3539}">
      <dgm:prSet/>
      <dgm:spPr/>
      <dgm:t>
        <a:bodyPr/>
        <a:lstStyle/>
        <a:p>
          <a:pPr>
            <a:defRPr cap="all"/>
          </a:pPr>
          <a:r>
            <a:rPr lang="en-US" b="0" i="0"/>
            <a:t>Urban counties show significantly higher adoption</a:t>
          </a:r>
          <a:endParaRPr lang="en-US"/>
        </a:p>
      </dgm:t>
    </dgm:pt>
    <dgm:pt modelId="{89C36EC6-013F-4968-97CC-3F81906678AC}" type="parTrans" cxnId="{6794CBB4-84D3-4C15-8ACA-3133125AC774}">
      <dgm:prSet/>
      <dgm:spPr/>
      <dgm:t>
        <a:bodyPr/>
        <a:lstStyle/>
        <a:p>
          <a:endParaRPr lang="en-US"/>
        </a:p>
      </dgm:t>
    </dgm:pt>
    <dgm:pt modelId="{DD9135D6-CBBB-4064-9F93-D867508041FF}" type="sibTrans" cxnId="{6794CBB4-84D3-4C15-8ACA-3133125AC774}">
      <dgm:prSet/>
      <dgm:spPr/>
      <dgm:t>
        <a:bodyPr/>
        <a:lstStyle/>
        <a:p>
          <a:endParaRPr lang="en-US"/>
        </a:p>
      </dgm:t>
    </dgm:pt>
    <dgm:pt modelId="{D9234461-EC34-4B19-82D9-10B9E00B6D8C}">
      <dgm:prSet/>
      <dgm:spPr/>
      <dgm:t>
        <a:bodyPr/>
        <a:lstStyle/>
        <a:p>
          <a:pPr>
            <a:defRPr cap="all"/>
          </a:pPr>
          <a:r>
            <a:rPr lang="en-US" b="0" i="0"/>
            <a:t>Infrastructure and utilities appear connected to adoption growth</a:t>
          </a:r>
          <a:endParaRPr lang="en-US"/>
        </a:p>
      </dgm:t>
    </dgm:pt>
    <dgm:pt modelId="{308DCEA1-279F-42F3-AA48-52011C154480}" type="parTrans" cxnId="{62F4A3A2-304E-4838-A2BD-463454E58FBF}">
      <dgm:prSet/>
      <dgm:spPr/>
      <dgm:t>
        <a:bodyPr/>
        <a:lstStyle/>
        <a:p>
          <a:endParaRPr lang="en-US"/>
        </a:p>
      </dgm:t>
    </dgm:pt>
    <dgm:pt modelId="{852B06BB-9FD2-4E96-85C5-9ADEC7853E36}" type="sibTrans" cxnId="{62F4A3A2-304E-4838-A2BD-463454E58FBF}">
      <dgm:prSet/>
      <dgm:spPr/>
      <dgm:t>
        <a:bodyPr/>
        <a:lstStyle/>
        <a:p>
          <a:endParaRPr lang="en-US"/>
        </a:p>
      </dgm:t>
    </dgm:pt>
    <dgm:pt modelId="{CBA9F923-9849-4942-B5D9-09FA8ABF36A9}" type="pres">
      <dgm:prSet presAssocID="{1AF0D9C9-C817-4791-8804-D7E5355A6E4E}" presName="root" presStyleCnt="0">
        <dgm:presLayoutVars>
          <dgm:dir/>
          <dgm:resizeHandles val="exact"/>
        </dgm:presLayoutVars>
      </dgm:prSet>
      <dgm:spPr/>
    </dgm:pt>
    <dgm:pt modelId="{995927FC-6157-4338-AC5B-471E8998EACF}" type="pres">
      <dgm:prSet presAssocID="{0827D04E-5DD4-4796-9F52-0997293BE479}" presName="compNode" presStyleCnt="0"/>
      <dgm:spPr/>
    </dgm:pt>
    <dgm:pt modelId="{1E1F6FEF-624C-43A9-AB77-D5A659A933E2}" type="pres">
      <dgm:prSet presAssocID="{0827D04E-5DD4-4796-9F52-0997293BE479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4D34E49-D517-4C21-AA01-BDBAFAEF936E}" type="pres">
      <dgm:prSet presAssocID="{0827D04E-5DD4-4796-9F52-0997293BE47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1C82EBBF-B45F-4F26-8F3F-F74B3D6E7FB9}" type="pres">
      <dgm:prSet presAssocID="{0827D04E-5DD4-4796-9F52-0997293BE479}" presName="spaceRect" presStyleCnt="0"/>
      <dgm:spPr/>
    </dgm:pt>
    <dgm:pt modelId="{13E0864B-D5C6-4553-910B-D1278A6391CB}" type="pres">
      <dgm:prSet presAssocID="{0827D04E-5DD4-4796-9F52-0997293BE479}" presName="textRect" presStyleLbl="revTx" presStyleIdx="0" presStyleCnt="5">
        <dgm:presLayoutVars>
          <dgm:chMax val="1"/>
          <dgm:chPref val="1"/>
        </dgm:presLayoutVars>
      </dgm:prSet>
      <dgm:spPr/>
    </dgm:pt>
    <dgm:pt modelId="{E691E200-B938-45D1-963D-74122626DC3E}" type="pres">
      <dgm:prSet presAssocID="{2BFA2746-E4E0-4423-AE11-27D1873D79F4}" presName="sibTrans" presStyleCnt="0"/>
      <dgm:spPr/>
    </dgm:pt>
    <dgm:pt modelId="{7CB6B84C-EB7B-4976-BBCD-5663DE5BD31B}" type="pres">
      <dgm:prSet presAssocID="{6A88D97D-F7C3-4A1E-8294-BCF33455A36C}" presName="compNode" presStyleCnt="0"/>
      <dgm:spPr/>
    </dgm:pt>
    <dgm:pt modelId="{7AAE474F-76A8-4D33-B819-2E159A1E556A}" type="pres">
      <dgm:prSet presAssocID="{6A88D97D-F7C3-4A1E-8294-BCF33455A36C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330BF8B-9277-4705-B43C-D5F22ACC192C}" type="pres">
      <dgm:prSet presAssocID="{6A88D97D-F7C3-4A1E-8294-BCF33455A36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1A98918-0FAB-4959-8163-37C2587FD72C}" type="pres">
      <dgm:prSet presAssocID="{6A88D97D-F7C3-4A1E-8294-BCF33455A36C}" presName="spaceRect" presStyleCnt="0"/>
      <dgm:spPr/>
    </dgm:pt>
    <dgm:pt modelId="{4BA63EA2-1749-4175-BE5A-52766456ED8B}" type="pres">
      <dgm:prSet presAssocID="{6A88D97D-F7C3-4A1E-8294-BCF33455A36C}" presName="textRect" presStyleLbl="revTx" presStyleIdx="1" presStyleCnt="5">
        <dgm:presLayoutVars>
          <dgm:chMax val="1"/>
          <dgm:chPref val="1"/>
        </dgm:presLayoutVars>
      </dgm:prSet>
      <dgm:spPr/>
    </dgm:pt>
    <dgm:pt modelId="{A781CFDB-2F2D-41F0-8646-EA0F67C93A4D}" type="pres">
      <dgm:prSet presAssocID="{D32905FA-5D81-4DC8-98C3-B0CF46E50726}" presName="sibTrans" presStyleCnt="0"/>
      <dgm:spPr/>
    </dgm:pt>
    <dgm:pt modelId="{EED8B1D9-3A01-4BB9-A3F4-547A59C1C011}" type="pres">
      <dgm:prSet presAssocID="{38EFEB16-C7FC-475D-A0E0-991F8397160D}" presName="compNode" presStyleCnt="0"/>
      <dgm:spPr/>
    </dgm:pt>
    <dgm:pt modelId="{789D6435-03B2-4E94-8098-155D899F369E}" type="pres">
      <dgm:prSet presAssocID="{38EFEB16-C7FC-475D-A0E0-991F8397160D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8E1FBA-FB93-4214-AB56-33AC52CB0305}" type="pres">
      <dgm:prSet presAssocID="{38EFEB16-C7FC-475D-A0E0-991F8397160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B9C71DFC-C477-4D21-858F-EBDFD60FBA2C}" type="pres">
      <dgm:prSet presAssocID="{38EFEB16-C7FC-475D-A0E0-991F8397160D}" presName="spaceRect" presStyleCnt="0"/>
      <dgm:spPr/>
    </dgm:pt>
    <dgm:pt modelId="{E91963C2-B9E3-4670-8FFC-1F43A922364E}" type="pres">
      <dgm:prSet presAssocID="{38EFEB16-C7FC-475D-A0E0-991F8397160D}" presName="textRect" presStyleLbl="revTx" presStyleIdx="2" presStyleCnt="5">
        <dgm:presLayoutVars>
          <dgm:chMax val="1"/>
          <dgm:chPref val="1"/>
        </dgm:presLayoutVars>
      </dgm:prSet>
      <dgm:spPr/>
    </dgm:pt>
    <dgm:pt modelId="{4D0B04FF-804C-4E3C-A777-06904FDAEC52}" type="pres">
      <dgm:prSet presAssocID="{EEF572E4-15E4-4FD1-8FFF-0190026766E3}" presName="sibTrans" presStyleCnt="0"/>
      <dgm:spPr/>
    </dgm:pt>
    <dgm:pt modelId="{2B1CE719-64B2-46F7-B22B-9BC2089CAA6C}" type="pres">
      <dgm:prSet presAssocID="{A68D2239-4BA1-42C8-8538-2051D75B3539}" presName="compNode" presStyleCnt="0"/>
      <dgm:spPr/>
    </dgm:pt>
    <dgm:pt modelId="{3B9BCFD4-B8D1-47C9-848F-95EE04940C6A}" type="pres">
      <dgm:prSet presAssocID="{A68D2239-4BA1-42C8-8538-2051D75B353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1FC1FCE-13D5-42C5-9426-61C7E6CA9102}" type="pres">
      <dgm:prSet presAssocID="{A68D2239-4BA1-42C8-8538-2051D75B353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32018E9-E82A-42F8-9AAE-F4202653C9F3}" type="pres">
      <dgm:prSet presAssocID="{A68D2239-4BA1-42C8-8538-2051D75B3539}" presName="spaceRect" presStyleCnt="0"/>
      <dgm:spPr/>
    </dgm:pt>
    <dgm:pt modelId="{C3B9F2F5-BC0F-441D-B46A-9EC36161B233}" type="pres">
      <dgm:prSet presAssocID="{A68D2239-4BA1-42C8-8538-2051D75B3539}" presName="textRect" presStyleLbl="revTx" presStyleIdx="3" presStyleCnt="5">
        <dgm:presLayoutVars>
          <dgm:chMax val="1"/>
          <dgm:chPref val="1"/>
        </dgm:presLayoutVars>
      </dgm:prSet>
      <dgm:spPr/>
    </dgm:pt>
    <dgm:pt modelId="{06F93935-A195-4733-9168-8CEF60EA267D}" type="pres">
      <dgm:prSet presAssocID="{DD9135D6-CBBB-4064-9F93-D867508041FF}" presName="sibTrans" presStyleCnt="0"/>
      <dgm:spPr/>
    </dgm:pt>
    <dgm:pt modelId="{48889F0E-5AC3-4B66-B3DD-728949D01BBE}" type="pres">
      <dgm:prSet presAssocID="{D9234461-EC34-4B19-82D9-10B9E00B6D8C}" presName="compNode" presStyleCnt="0"/>
      <dgm:spPr/>
    </dgm:pt>
    <dgm:pt modelId="{DF835E50-B89D-4B92-87B6-DDDE0B620659}" type="pres">
      <dgm:prSet presAssocID="{D9234461-EC34-4B19-82D9-10B9E00B6D8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BEE6B71-4FD8-416D-B2F8-27593BB1299E}" type="pres">
      <dgm:prSet presAssocID="{D9234461-EC34-4B19-82D9-10B9E00B6D8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8BD9493-7005-4B2C-87E0-51F96CC448F3}" type="pres">
      <dgm:prSet presAssocID="{D9234461-EC34-4B19-82D9-10B9E00B6D8C}" presName="spaceRect" presStyleCnt="0"/>
      <dgm:spPr/>
    </dgm:pt>
    <dgm:pt modelId="{E8CBCF69-F272-4B55-9119-DE851D59BDF5}" type="pres">
      <dgm:prSet presAssocID="{D9234461-EC34-4B19-82D9-10B9E00B6D8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903790C-7E6B-42FE-B242-3793FA27A11B}" type="presOf" srcId="{0827D04E-5DD4-4796-9F52-0997293BE479}" destId="{13E0864B-D5C6-4553-910B-D1278A6391CB}" srcOrd="0" destOrd="0" presId="urn:microsoft.com/office/officeart/2018/5/layout/IconLeafLabelList"/>
    <dgm:cxn modelId="{F205E82B-465B-464B-B5CD-391E842DF8FD}" type="presOf" srcId="{D9234461-EC34-4B19-82D9-10B9E00B6D8C}" destId="{E8CBCF69-F272-4B55-9119-DE851D59BDF5}" srcOrd="0" destOrd="0" presId="urn:microsoft.com/office/officeart/2018/5/layout/IconLeafLabelList"/>
    <dgm:cxn modelId="{7322BF4E-F099-440E-9228-C7D21BD66CF1}" type="presOf" srcId="{6A88D97D-F7C3-4A1E-8294-BCF33455A36C}" destId="{4BA63EA2-1749-4175-BE5A-52766456ED8B}" srcOrd="0" destOrd="0" presId="urn:microsoft.com/office/officeart/2018/5/layout/IconLeafLabelList"/>
    <dgm:cxn modelId="{F82ED57F-74B0-4164-A87C-B863D1EEF45F}" srcId="{1AF0D9C9-C817-4791-8804-D7E5355A6E4E}" destId="{38EFEB16-C7FC-475D-A0E0-991F8397160D}" srcOrd="2" destOrd="0" parTransId="{BDFD6CF3-CE40-4686-A922-6EA78172ACF8}" sibTransId="{EEF572E4-15E4-4FD1-8FFF-0190026766E3}"/>
    <dgm:cxn modelId="{173F4A88-F4D1-4141-9FE5-5E53214288DF}" srcId="{1AF0D9C9-C817-4791-8804-D7E5355A6E4E}" destId="{0827D04E-5DD4-4796-9F52-0997293BE479}" srcOrd="0" destOrd="0" parTransId="{4EC01E21-BEAD-4D75-9292-BE7B86169DD5}" sibTransId="{2BFA2746-E4E0-4423-AE11-27D1873D79F4}"/>
    <dgm:cxn modelId="{E9F30694-DFAE-4B3D-A9D6-C91678704D56}" type="presOf" srcId="{1AF0D9C9-C817-4791-8804-D7E5355A6E4E}" destId="{CBA9F923-9849-4942-B5D9-09FA8ABF36A9}" srcOrd="0" destOrd="0" presId="urn:microsoft.com/office/officeart/2018/5/layout/IconLeafLabelList"/>
    <dgm:cxn modelId="{62F4A3A2-304E-4838-A2BD-463454E58FBF}" srcId="{1AF0D9C9-C817-4791-8804-D7E5355A6E4E}" destId="{D9234461-EC34-4B19-82D9-10B9E00B6D8C}" srcOrd="4" destOrd="0" parTransId="{308DCEA1-279F-42F3-AA48-52011C154480}" sibTransId="{852B06BB-9FD2-4E96-85C5-9ADEC7853E36}"/>
    <dgm:cxn modelId="{266B18A8-39C4-4EE6-A9ED-240188593E57}" srcId="{1AF0D9C9-C817-4791-8804-D7E5355A6E4E}" destId="{6A88D97D-F7C3-4A1E-8294-BCF33455A36C}" srcOrd="1" destOrd="0" parTransId="{7B987D5A-1112-41B5-8ABA-9B475CD0926C}" sibTransId="{D32905FA-5D81-4DC8-98C3-B0CF46E50726}"/>
    <dgm:cxn modelId="{6794CBB4-84D3-4C15-8ACA-3133125AC774}" srcId="{1AF0D9C9-C817-4791-8804-D7E5355A6E4E}" destId="{A68D2239-4BA1-42C8-8538-2051D75B3539}" srcOrd="3" destOrd="0" parTransId="{89C36EC6-013F-4968-97CC-3F81906678AC}" sibTransId="{DD9135D6-CBBB-4064-9F93-D867508041FF}"/>
    <dgm:cxn modelId="{0D5A24D6-A550-41D4-A35A-EBF2C1A8527E}" type="presOf" srcId="{38EFEB16-C7FC-475D-A0E0-991F8397160D}" destId="{E91963C2-B9E3-4670-8FFC-1F43A922364E}" srcOrd="0" destOrd="0" presId="urn:microsoft.com/office/officeart/2018/5/layout/IconLeafLabelList"/>
    <dgm:cxn modelId="{F168B4F1-5620-4BB1-BE3C-96AF16E04F11}" type="presOf" srcId="{A68D2239-4BA1-42C8-8538-2051D75B3539}" destId="{C3B9F2F5-BC0F-441D-B46A-9EC36161B233}" srcOrd="0" destOrd="0" presId="urn:microsoft.com/office/officeart/2018/5/layout/IconLeafLabelList"/>
    <dgm:cxn modelId="{BAE380C8-62C4-47B2-8833-A03B96FA283B}" type="presParOf" srcId="{CBA9F923-9849-4942-B5D9-09FA8ABF36A9}" destId="{995927FC-6157-4338-AC5B-471E8998EACF}" srcOrd="0" destOrd="0" presId="urn:microsoft.com/office/officeart/2018/5/layout/IconLeafLabelList"/>
    <dgm:cxn modelId="{759ED9CF-D0FF-4DF2-AE17-1C3B196B95A8}" type="presParOf" srcId="{995927FC-6157-4338-AC5B-471E8998EACF}" destId="{1E1F6FEF-624C-43A9-AB77-D5A659A933E2}" srcOrd="0" destOrd="0" presId="urn:microsoft.com/office/officeart/2018/5/layout/IconLeafLabelList"/>
    <dgm:cxn modelId="{432CA908-B5F6-46ED-9687-A3154E444777}" type="presParOf" srcId="{995927FC-6157-4338-AC5B-471E8998EACF}" destId="{84D34E49-D517-4C21-AA01-BDBAFAEF936E}" srcOrd="1" destOrd="0" presId="urn:microsoft.com/office/officeart/2018/5/layout/IconLeafLabelList"/>
    <dgm:cxn modelId="{65F6A3C8-B767-4076-9682-4E2D9F000CDF}" type="presParOf" srcId="{995927FC-6157-4338-AC5B-471E8998EACF}" destId="{1C82EBBF-B45F-4F26-8F3F-F74B3D6E7FB9}" srcOrd="2" destOrd="0" presId="urn:microsoft.com/office/officeart/2018/5/layout/IconLeafLabelList"/>
    <dgm:cxn modelId="{079A5DEE-289B-4CDE-8D82-7448965F5343}" type="presParOf" srcId="{995927FC-6157-4338-AC5B-471E8998EACF}" destId="{13E0864B-D5C6-4553-910B-D1278A6391CB}" srcOrd="3" destOrd="0" presId="urn:microsoft.com/office/officeart/2018/5/layout/IconLeafLabelList"/>
    <dgm:cxn modelId="{2006F60F-9C31-47D1-B1E1-C7ADA2059E43}" type="presParOf" srcId="{CBA9F923-9849-4942-B5D9-09FA8ABF36A9}" destId="{E691E200-B938-45D1-963D-74122626DC3E}" srcOrd="1" destOrd="0" presId="urn:microsoft.com/office/officeart/2018/5/layout/IconLeafLabelList"/>
    <dgm:cxn modelId="{3CDE53B6-4EB2-4B96-A7AB-117C68BD721E}" type="presParOf" srcId="{CBA9F923-9849-4942-B5D9-09FA8ABF36A9}" destId="{7CB6B84C-EB7B-4976-BBCD-5663DE5BD31B}" srcOrd="2" destOrd="0" presId="urn:microsoft.com/office/officeart/2018/5/layout/IconLeafLabelList"/>
    <dgm:cxn modelId="{0E8B9123-5FCB-439E-9791-6D4FB73AFA65}" type="presParOf" srcId="{7CB6B84C-EB7B-4976-BBCD-5663DE5BD31B}" destId="{7AAE474F-76A8-4D33-B819-2E159A1E556A}" srcOrd="0" destOrd="0" presId="urn:microsoft.com/office/officeart/2018/5/layout/IconLeafLabelList"/>
    <dgm:cxn modelId="{22E864E6-B35C-4B76-B664-DFC84FF2456B}" type="presParOf" srcId="{7CB6B84C-EB7B-4976-BBCD-5663DE5BD31B}" destId="{E330BF8B-9277-4705-B43C-D5F22ACC192C}" srcOrd="1" destOrd="0" presId="urn:microsoft.com/office/officeart/2018/5/layout/IconLeafLabelList"/>
    <dgm:cxn modelId="{ED920A1D-E23D-42B7-8B94-6C687B359A54}" type="presParOf" srcId="{7CB6B84C-EB7B-4976-BBCD-5663DE5BD31B}" destId="{81A98918-0FAB-4959-8163-37C2587FD72C}" srcOrd="2" destOrd="0" presId="urn:microsoft.com/office/officeart/2018/5/layout/IconLeafLabelList"/>
    <dgm:cxn modelId="{5E6D1611-A604-4621-8840-74ADBC7E6DE5}" type="presParOf" srcId="{7CB6B84C-EB7B-4976-BBCD-5663DE5BD31B}" destId="{4BA63EA2-1749-4175-BE5A-52766456ED8B}" srcOrd="3" destOrd="0" presId="urn:microsoft.com/office/officeart/2018/5/layout/IconLeafLabelList"/>
    <dgm:cxn modelId="{D444732D-B11C-47BA-961F-52942E67505B}" type="presParOf" srcId="{CBA9F923-9849-4942-B5D9-09FA8ABF36A9}" destId="{A781CFDB-2F2D-41F0-8646-EA0F67C93A4D}" srcOrd="3" destOrd="0" presId="urn:microsoft.com/office/officeart/2018/5/layout/IconLeafLabelList"/>
    <dgm:cxn modelId="{43BAF84F-70F3-4E67-AEA3-269DD3B545AD}" type="presParOf" srcId="{CBA9F923-9849-4942-B5D9-09FA8ABF36A9}" destId="{EED8B1D9-3A01-4BB9-A3F4-547A59C1C011}" srcOrd="4" destOrd="0" presId="urn:microsoft.com/office/officeart/2018/5/layout/IconLeafLabelList"/>
    <dgm:cxn modelId="{AAC53C8A-C672-459D-8C04-FBD46AEC8791}" type="presParOf" srcId="{EED8B1D9-3A01-4BB9-A3F4-547A59C1C011}" destId="{789D6435-03B2-4E94-8098-155D899F369E}" srcOrd="0" destOrd="0" presId="urn:microsoft.com/office/officeart/2018/5/layout/IconLeafLabelList"/>
    <dgm:cxn modelId="{C8B94962-D186-4C9A-9FF9-9EBEB6F37E83}" type="presParOf" srcId="{EED8B1D9-3A01-4BB9-A3F4-547A59C1C011}" destId="{BE8E1FBA-FB93-4214-AB56-33AC52CB0305}" srcOrd="1" destOrd="0" presId="urn:microsoft.com/office/officeart/2018/5/layout/IconLeafLabelList"/>
    <dgm:cxn modelId="{715BCF7F-7E3F-4C80-A1E3-F026BCE9A64C}" type="presParOf" srcId="{EED8B1D9-3A01-4BB9-A3F4-547A59C1C011}" destId="{B9C71DFC-C477-4D21-858F-EBDFD60FBA2C}" srcOrd="2" destOrd="0" presId="urn:microsoft.com/office/officeart/2018/5/layout/IconLeafLabelList"/>
    <dgm:cxn modelId="{A9D8426A-494C-4994-A05B-F40B4DA81059}" type="presParOf" srcId="{EED8B1D9-3A01-4BB9-A3F4-547A59C1C011}" destId="{E91963C2-B9E3-4670-8FFC-1F43A922364E}" srcOrd="3" destOrd="0" presId="urn:microsoft.com/office/officeart/2018/5/layout/IconLeafLabelList"/>
    <dgm:cxn modelId="{023951F2-28E7-482E-AC87-0BE2E5AF84BD}" type="presParOf" srcId="{CBA9F923-9849-4942-B5D9-09FA8ABF36A9}" destId="{4D0B04FF-804C-4E3C-A777-06904FDAEC52}" srcOrd="5" destOrd="0" presId="urn:microsoft.com/office/officeart/2018/5/layout/IconLeafLabelList"/>
    <dgm:cxn modelId="{5AF17ACD-CF0F-47A9-A6EE-3AB8D37A0E64}" type="presParOf" srcId="{CBA9F923-9849-4942-B5D9-09FA8ABF36A9}" destId="{2B1CE719-64B2-46F7-B22B-9BC2089CAA6C}" srcOrd="6" destOrd="0" presId="urn:microsoft.com/office/officeart/2018/5/layout/IconLeafLabelList"/>
    <dgm:cxn modelId="{4FA0C2CE-62AF-4D6A-9922-402A1D0C2B88}" type="presParOf" srcId="{2B1CE719-64B2-46F7-B22B-9BC2089CAA6C}" destId="{3B9BCFD4-B8D1-47C9-848F-95EE04940C6A}" srcOrd="0" destOrd="0" presId="urn:microsoft.com/office/officeart/2018/5/layout/IconLeafLabelList"/>
    <dgm:cxn modelId="{DC090272-401B-4C84-AD11-9978EA91E377}" type="presParOf" srcId="{2B1CE719-64B2-46F7-B22B-9BC2089CAA6C}" destId="{E1FC1FCE-13D5-42C5-9426-61C7E6CA9102}" srcOrd="1" destOrd="0" presId="urn:microsoft.com/office/officeart/2018/5/layout/IconLeafLabelList"/>
    <dgm:cxn modelId="{CB5DEFAA-C167-4C49-8153-E00E98C3AA81}" type="presParOf" srcId="{2B1CE719-64B2-46F7-B22B-9BC2089CAA6C}" destId="{232018E9-E82A-42F8-9AAE-F4202653C9F3}" srcOrd="2" destOrd="0" presId="urn:microsoft.com/office/officeart/2018/5/layout/IconLeafLabelList"/>
    <dgm:cxn modelId="{FAF112C7-8101-4147-BF64-F7BC91B3E7C4}" type="presParOf" srcId="{2B1CE719-64B2-46F7-B22B-9BC2089CAA6C}" destId="{C3B9F2F5-BC0F-441D-B46A-9EC36161B233}" srcOrd="3" destOrd="0" presId="urn:microsoft.com/office/officeart/2018/5/layout/IconLeafLabelList"/>
    <dgm:cxn modelId="{4DD5C706-E911-479D-85ED-1AD3854627CF}" type="presParOf" srcId="{CBA9F923-9849-4942-B5D9-09FA8ABF36A9}" destId="{06F93935-A195-4733-9168-8CEF60EA267D}" srcOrd="7" destOrd="0" presId="urn:microsoft.com/office/officeart/2018/5/layout/IconLeafLabelList"/>
    <dgm:cxn modelId="{608FC530-6B8E-4EAF-AB5F-2AF5A3ABEAC2}" type="presParOf" srcId="{CBA9F923-9849-4942-B5D9-09FA8ABF36A9}" destId="{48889F0E-5AC3-4B66-B3DD-728949D01BBE}" srcOrd="8" destOrd="0" presId="urn:microsoft.com/office/officeart/2018/5/layout/IconLeafLabelList"/>
    <dgm:cxn modelId="{926DAB33-937E-4E4D-BA32-D0AAEC5B1DD0}" type="presParOf" srcId="{48889F0E-5AC3-4B66-B3DD-728949D01BBE}" destId="{DF835E50-B89D-4B92-87B6-DDDE0B620659}" srcOrd="0" destOrd="0" presId="urn:microsoft.com/office/officeart/2018/5/layout/IconLeafLabelList"/>
    <dgm:cxn modelId="{CEFD04C3-B817-494B-82CA-01336E807035}" type="presParOf" srcId="{48889F0E-5AC3-4B66-B3DD-728949D01BBE}" destId="{9BEE6B71-4FD8-416D-B2F8-27593BB1299E}" srcOrd="1" destOrd="0" presId="urn:microsoft.com/office/officeart/2018/5/layout/IconLeafLabelList"/>
    <dgm:cxn modelId="{2522E9F4-0CDF-462B-9B2E-F5F6AA9D4EBA}" type="presParOf" srcId="{48889F0E-5AC3-4B66-B3DD-728949D01BBE}" destId="{28BD9493-7005-4B2C-87E0-51F96CC448F3}" srcOrd="2" destOrd="0" presId="urn:microsoft.com/office/officeart/2018/5/layout/IconLeafLabelList"/>
    <dgm:cxn modelId="{696C607E-5304-4504-9275-97505AC70A48}" type="presParOf" srcId="{48889F0E-5AC3-4B66-B3DD-728949D01BBE}" destId="{E8CBCF69-F272-4B55-9119-DE851D59BDF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E5E643-84E2-4597-8D21-7697C80D95B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440918-B2CC-4140-AE1D-ADEF540B0F35}">
      <dgm:prSet/>
      <dgm:spPr/>
      <dgm:t>
        <a:bodyPr/>
        <a:lstStyle/>
        <a:p>
          <a:r>
            <a:rPr lang="en-US" b="0" i="0"/>
            <a:t>Based on the findings, the following recommendations are suggested:</a:t>
          </a:r>
          <a:endParaRPr lang="en-US"/>
        </a:p>
      </dgm:t>
    </dgm:pt>
    <dgm:pt modelId="{47A2150A-FEEF-439A-BE96-E58246D85997}" type="parTrans" cxnId="{EB38C36F-E824-4A80-9AEA-4754B2C4B623}">
      <dgm:prSet/>
      <dgm:spPr/>
      <dgm:t>
        <a:bodyPr/>
        <a:lstStyle/>
        <a:p>
          <a:endParaRPr lang="en-US"/>
        </a:p>
      </dgm:t>
    </dgm:pt>
    <dgm:pt modelId="{38E7D184-D31D-435F-851A-242DD8D884E1}" type="sibTrans" cxnId="{EB38C36F-E824-4A80-9AEA-4754B2C4B623}">
      <dgm:prSet/>
      <dgm:spPr/>
      <dgm:t>
        <a:bodyPr/>
        <a:lstStyle/>
        <a:p>
          <a:endParaRPr lang="en-US"/>
        </a:p>
      </dgm:t>
    </dgm:pt>
    <dgm:pt modelId="{5F3E0724-CA46-432A-9FE7-8F6E591BEE0E}">
      <dgm:prSet/>
      <dgm:spPr/>
      <dgm:t>
        <a:bodyPr/>
        <a:lstStyle/>
        <a:p>
          <a:r>
            <a:rPr lang="en-US" b="0" i="0"/>
            <a:t>Expand charging infrastructure in underserved regions</a:t>
          </a:r>
          <a:endParaRPr lang="en-US"/>
        </a:p>
      </dgm:t>
    </dgm:pt>
    <dgm:pt modelId="{79B483AC-F181-4474-AEF2-FCFE38647A54}" type="parTrans" cxnId="{352A6874-791B-4F11-A109-8183508A8C32}">
      <dgm:prSet/>
      <dgm:spPr/>
      <dgm:t>
        <a:bodyPr/>
        <a:lstStyle/>
        <a:p>
          <a:endParaRPr lang="en-US"/>
        </a:p>
      </dgm:t>
    </dgm:pt>
    <dgm:pt modelId="{FCBCA43C-120E-43B8-B204-5CAD63EA32D5}" type="sibTrans" cxnId="{352A6874-791B-4F11-A109-8183508A8C32}">
      <dgm:prSet/>
      <dgm:spPr/>
      <dgm:t>
        <a:bodyPr/>
        <a:lstStyle/>
        <a:p>
          <a:endParaRPr lang="en-US"/>
        </a:p>
      </dgm:t>
    </dgm:pt>
    <dgm:pt modelId="{BFFF9E57-8B34-4744-A996-35C05F1DB4EE}">
      <dgm:prSet/>
      <dgm:spPr/>
      <dgm:t>
        <a:bodyPr/>
        <a:lstStyle/>
        <a:p>
          <a:r>
            <a:rPr lang="en-US" b="0" i="0"/>
            <a:t>Increase EV incentive programs</a:t>
          </a:r>
          <a:endParaRPr lang="en-US"/>
        </a:p>
      </dgm:t>
    </dgm:pt>
    <dgm:pt modelId="{787D7782-DBFD-40B5-84CB-D080100AF197}" type="parTrans" cxnId="{54169011-EA93-468A-BCAF-EB00312583CE}">
      <dgm:prSet/>
      <dgm:spPr/>
      <dgm:t>
        <a:bodyPr/>
        <a:lstStyle/>
        <a:p>
          <a:endParaRPr lang="en-US"/>
        </a:p>
      </dgm:t>
    </dgm:pt>
    <dgm:pt modelId="{625D5ABC-F325-45BD-9415-204D83DD186D}" type="sibTrans" cxnId="{54169011-EA93-468A-BCAF-EB00312583CE}">
      <dgm:prSet/>
      <dgm:spPr/>
      <dgm:t>
        <a:bodyPr/>
        <a:lstStyle/>
        <a:p>
          <a:endParaRPr lang="en-US"/>
        </a:p>
      </dgm:t>
    </dgm:pt>
    <dgm:pt modelId="{626D2F31-03D1-428F-9F20-2ED98A5C87D3}">
      <dgm:prSet/>
      <dgm:spPr/>
      <dgm:t>
        <a:bodyPr/>
        <a:lstStyle/>
        <a:p>
          <a:r>
            <a:rPr lang="en-US" b="0" i="0"/>
            <a:t>Support utility partnerships for charging access</a:t>
          </a:r>
          <a:endParaRPr lang="en-US"/>
        </a:p>
      </dgm:t>
    </dgm:pt>
    <dgm:pt modelId="{917DE245-0EB0-4139-8D1B-463D932C2BBA}" type="parTrans" cxnId="{9DC0ADF4-76D3-48B4-A4E6-6EE838CED384}">
      <dgm:prSet/>
      <dgm:spPr/>
      <dgm:t>
        <a:bodyPr/>
        <a:lstStyle/>
        <a:p>
          <a:endParaRPr lang="en-US"/>
        </a:p>
      </dgm:t>
    </dgm:pt>
    <dgm:pt modelId="{1E5EC250-571A-407D-9444-218EEBF52FDD}" type="sibTrans" cxnId="{9DC0ADF4-76D3-48B4-A4E6-6EE838CED384}">
      <dgm:prSet/>
      <dgm:spPr/>
      <dgm:t>
        <a:bodyPr/>
        <a:lstStyle/>
        <a:p>
          <a:endParaRPr lang="en-US"/>
        </a:p>
      </dgm:t>
    </dgm:pt>
    <dgm:pt modelId="{FB9B5072-B31F-4E8C-A5B2-758AEAFF1424}">
      <dgm:prSet/>
      <dgm:spPr/>
      <dgm:t>
        <a:bodyPr/>
        <a:lstStyle/>
        <a:p>
          <a:r>
            <a:rPr lang="en-US" b="0" i="0"/>
            <a:t>Continue monitoring long-term EV growth trends</a:t>
          </a:r>
          <a:endParaRPr lang="en-US"/>
        </a:p>
      </dgm:t>
    </dgm:pt>
    <dgm:pt modelId="{AD1F6319-971A-444D-A7EC-6F42923DEB35}" type="parTrans" cxnId="{E2AF4F02-65A5-413E-A666-3317958A9F7B}">
      <dgm:prSet/>
      <dgm:spPr/>
      <dgm:t>
        <a:bodyPr/>
        <a:lstStyle/>
        <a:p>
          <a:endParaRPr lang="en-US"/>
        </a:p>
      </dgm:t>
    </dgm:pt>
    <dgm:pt modelId="{3489107B-3C9C-4670-8946-13E59DE2B595}" type="sibTrans" cxnId="{E2AF4F02-65A5-413E-A666-3317958A9F7B}">
      <dgm:prSet/>
      <dgm:spPr/>
      <dgm:t>
        <a:bodyPr/>
        <a:lstStyle/>
        <a:p>
          <a:endParaRPr lang="en-US"/>
        </a:p>
      </dgm:t>
    </dgm:pt>
    <dgm:pt modelId="{B791D3CC-15F9-4D3B-ABEA-E9C67D85C38E}" type="pres">
      <dgm:prSet presAssocID="{6AE5E643-84E2-4597-8D21-7697C80D95B4}" presName="root" presStyleCnt="0">
        <dgm:presLayoutVars>
          <dgm:dir/>
          <dgm:resizeHandles val="exact"/>
        </dgm:presLayoutVars>
      </dgm:prSet>
      <dgm:spPr/>
    </dgm:pt>
    <dgm:pt modelId="{83B7FE56-5969-4F19-AFED-5384172E64C0}" type="pres">
      <dgm:prSet presAssocID="{6AE5E643-84E2-4597-8D21-7697C80D95B4}" presName="container" presStyleCnt="0">
        <dgm:presLayoutVars>
          <dgm:dir/>
          <dgm:resizeHandles val="exact"/>
        </dgm:presLayoutVars>
      </dgm:prSet>
      <dgm:spPr/>
    </dgm:pt>
    <dgm:pt modelId="{E55C38AB-8D95-469C-BBE8-CAFFEE8E6AB2}" type="pres">
      <dgm:prSet presAssocID="{FF440918-B2CC-4140-AE1D-ADEF540B0F35}" presName="compNode" presStyleCnt="0"/>
      <dgm:spPr/>
    </dgm:pt>
    <dgm:pt modelId="{3FAD79D4-D7C5-4C7E-A71A-6682EC4569C2}" type="pres">
      <dgm:prSet presAssocID="{FF440918-B2CC-4140-AE1D-ADEF540B0F35}" presName="iconBgRect" presStyleLbl="bgShp" presStyleIdx="0" presStyleCnt="5"/>
      <dgm:spPr/>
    </dgm:pt>
    <dgm:pt modelId="{18FE8A5E-4D17-426F-825C-53FBEE96FB6A}" type="pres">
      <dgm:prSet presAssocID="{FF440918-B2CC-4140-AE1D-ADEF540B0F3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9617C1C-3643-4975-ABC2-78522CEC6912}" type="pres">
      <dgm:prSet presAssocID="{FF440918-B2CC-4140-AE1D-ADEF540B0F35}" presName="spaceRect" presStyleCnt="0"/>
      <dgm:spPr/>
    </dgm:pt>
    <dgm:pt modelId="{8C9C3D91-0ED7-4EF0-8CD0-990B9F353C4A}" type="pres">
      <dgm:prSet presAssocID="{FF440918-B2CC-4140-AE1D-ADEF540B0F35}" presName="textRect" presStyleLbl="revTx" presStyleIdx="0" presStyleCnt="5">
        <dgm:presLayoutVars>
          <dgm:chMax val="1"/>
          <dgm:chPref val="1"/>
        </dgm:presLayoutVars>
      </dgm:prSet>
      <dgm:spPr/>
    </dgm:pt>
    <dgm:pt modelId="{0C96893F-29EA-49B6-B385-272257244C21}" type="pres">
      <dgm:prSet presAssocID="{38E7D184-D31D-435F-851A-242DD8D884E1}" presName="sibTrans" presStyleLbl="sibTrans2D1" presStyleIdx="0" presStyleCnt="0"/>
      <dgm:spPr/>
    </dgm:pt>
    <dgm:pt modelId="{EF28CE7D-195F-481F-B9DF-88CCB2A414C4}" type="pres">
      <dgm:prSet presAssocID="{5F3E0724-CA46-432A-9FE7-8F6E591BEE0E}" presName="compNode" presStyleCnt="0"/>
      <dgm:spPr/>
    </dgm:pt>
    <dgm:pt modelId="{088C03D7-58BD-4F70-ABC6-87DF49A00590}" type="pres">
      <dgm:prSet presAssocID="{5F3E0724-CA46-432A-9FE7-8F6E591BEE0E}" presName="iconBgRect" presStyleLbl="bgShp" presStyleIdx="1" presStyleCnt="5"/>
      <dgm:spPr/>
    </dgm:pt>
    <dgm:pt modelId="{7821FF65-1B1C-4BC8-96FE-095E940A2526}" type="pres">
      <dgm:prSet presAssocID="{5F3E0724-CA46-432A-9FE7-8F6E591BEE0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7ED46A6-1414-4519-AC61-A9CB6AC1AAE9}" type="pres">
      <dgm:prSet presAssocID="{5F3E0724-CA46-432A-9FE7-8F6E591BEE0E}" presName="spaceRect" presStyleCnt="0"/>
      <dgm:spPr/>
    </dgm:pt>
    <dgm:pt modelId="{7DB8328D-A48A-4FFE-8A69-FBD5FC3E00DC}" type="pres">
      <dgm:prSet presAssocID="{5F3E0724-CA46-432A-9FE7-8F6E591BEE0E}" presName="textRect" presStyleLbl="revTx" presStyleIdx="1" presStyleCnt="5">
        <dgm:presLayoutVars>
          <dgm:chMax val="1"/>
          <dgm:chPref val="1"/>
        </dgm:presLayoutVars>
      </dgm:prSet>
      <dgm:spPr/>
    </dgm:pt>
    <dgm:pt modelId="{8F850195-BE28-4898-B56B-E81B23B98EE7}" type="pres">
      <dgm:prSet presAssocID="{FCBCA43C-120E-43B8-B204-5CAD63EA32D5}" presName="sibTrans" presStyleLbl="sibTrans2D1" presStyleIdx="0" presStyleCnt="0"/>
      <dgm:spPr/>
    </dgm:pt>
    <dgm:pt modelId="{F092D95B-6A98-442A-8393-BBD8031FD429}" type="pres">
      <dgm:prSet presAssocID="{BFFF9E57-8B34-4744-A996-35C05F1DB4EE}" presName="compNode" presStyleCnt="0"/>
      <dgm:spPr/>
    </dgm:pt>
    <dgm:pt modelId="{1796210C-DB27-4F84-8353-2BE24AACD9CD}" type="pres">
      <dgm:prSet presAssocID="{BFFF9E57-8B34-4744-A996-35C05F1DB4EE}" presName="iconBgRect" presStyleLbl="bgShp" presStyleIdx="2" presStyleCnt="5"/>
      <dgm:spPr/>
    </dgm:pt>
    <dgm:pt modelId="{64B4BFC3-19D6-455C-9C27-BD547F4CA26E}" type="pres">
      <dgm:prSet presAssocID="{BFFF9E57-8B34-4744-A996-35C05F1DB4E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54188E0-CA6E-47E3-A11A-A7FB89F58A98}" type="pres">
      <dgm:prSet presAssocID="{BFFF9E57-8B34-4744-A996-35C05F1DB4EE}" presName="spaceRect" presStyleCnt="0"/>
      <dgm:spPr/>
    </dgm:pt>
    <dgm:pt modelId="{6DBE8029-378D-47C7-A46C-A75E7E56D33A}" type="pres">
      <dgm:prSet presAssocID="{BFFF9E57-8B34-4744-A996-35C05F1DB4EE}" presName="textRect" presStyleLbl="revTx" presStyleIdx="2" presStyleCnt="5">
        <dgm:presLayoutVars>
          <dgm:chMax val="1"/>
          <dgm:chPref val="1"/>
        </dgm:presLayoutVars>
      </dgm:prSet>
      <dgm:spPr/>
    </dgm:pt>
    <dgm:pt modelId="{38347151-F1AD-4DC0-8DE6-154AF42CF273}" type="pres">
      <dgm:prSet presAssocID="{625D5ABC-F325-45BD-9415-204D83DD186D}" presName="sibTrans" presStyleLbl="sibTrans2D1" presStyleIdx="0" presStyleCnt="0"/>
      <dgm:spPr/>
    </dgm:pt>
    <dgm:pt modelId="{2DA4A6CA-BF99-455A-99EF-7226C435E979}" type="pres">
      <dgm:prSet presAssocID="{626D2F31-03D1-428F-9F20-2ED98A5C87D3}" presName="compNode" presStyleCnt="0"/>
      <dgm:spPr/>
    </dgm:pt>
    <dgm:pt modelId="{72C6375C-8F9C-4494-A30B-553DBBF2FD3D}" type="pres">
      <dgm:prSet presAssocID="{626D2F31-03D1-428F-9F20-2ED98A5C87D3}" presName="iconBgRect" presStyleLbl="bgShp" presStyleIdx="3" presStyleCnt="5"/>
      <dgm:spPr/>
    </dgm:pt>
    <dgm:pt modelId="{FA30219D-0DDB-49B1-A922-54BC887CC9A5}" type="pres">
      <dgm:prSet presAssocID="{626D2F31-03D1-428F-9F20-2ED98A5C87D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842566D-EC2C-462A-A4F8-D2EFBBBAB901}" type="pres">
      <dgm:prSet presAssocID="{626D2F31-03D1-428F-9F20-2ED98A5C87D3}" presName="spaceRect" presStyleCnt="0"/>
      <dgm:spPr/>
    </dgm:pt>
    <dgm:pt modelId="{20B92C33-490B-4FAF-81E3-4D1A5950FF81}" type="pres">
      <dgm:prSet presAssocID="{626D2F31-03D1-428F-9F20-2ED98A5C87D3}" presName="textRect" presStyleLbl="revTx" presStyleIdx="3" presStyleCnt="5">
        <dgm:presLayoutVars>
          <dgm:chMax val="1"/>
          <dgm:chPref val="1"/>
        </dgm:presLayoutVars>
      </dgm:prSet>
      <dgm:spPr/>
    </dgm:pt>
    <dgm:pt modelId="{73ECEB93-83D6-4756-81CD-87E375974328}" type="pres">
      <dgm:prSet presAssocID="{1E5EC250-571A-407D-9444-218EEBF52FDD}" presName="sibTrans" presStyleLbl="sibTrans2D1" presStyleIdx="0" presStyleCnt="0"/>
      <dgm:spPr/>
    </dgm:pt>
    <dgm:pt modelId="{E6FA2E47-FF4B-42FA-A305-1DCB181D9417}" type="pres">
      <dgm:prSet presAssocID="{FB9B5072-B31F-4E8C-A5B2-758AEAFF1424}" presName="compNode" presStyleCnt="0"/>
      <dgm:spPr/>
    </dgm:pt>
    <dgm:pt modelId="{6BDE45BB-C2EE-4B01-BF01-53D52CB0DD2B}" type="pres">
      <dgm:prSet presAssocID="{FB9B5072-B31F-4E8C-A5B2-758AEAFF1424}" presName="iconBgRect" presStyleLbl="bgShp" presStyleIdx="4" presStyleCnt="5"/>
      <dgm:spPr/>
    </dgm:pt>
    <dgm:pt modelId="{C2B6274D-363D-43D6-9800-7319ADB15697}" type="pres">
      <dgm:prSet presAssocID="{FB9B5072-B31F-4E8C-A5B2-758AEAFF142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24F8AF9-3311-4128-A6D4-AA5D07566B95}" type="pres">
      <dgm:prSet presAssocID="{FB9B5072-B31F-4E8C-A5B2-758AEAFF1424}" presName="spaceRect" presStyleCnt="0"/>
      <dgm:spPr/>
    </dgm:pt>
    <dgm:pt modelId="{2EDB455C-497B-4ABC-8E44-6F510C8917D4}" type="pres">
      <dgm:prSet presAssocID="{FB9B5072-B31F-4E8C-A5B2-758AEAFF142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2AF4F02-65A5-413E-A666-3317958A9F7B}" srcId="{6AE5E643-84E2-4597-8D21-7697C80D95B4}" destId="{FB9B5072-B31F-4E8C-A5B2-758AEAFF1424}" srcOrd="4" destOrd="0" parTransId="{AD1F6319-971A-444D-A7EC-6F42923DEB35}" sibTransId="{3489107B-3C9C-4670-8946-13E59DE2B595}"/>
    <dgm:cxn modelId="{54169011-EA93-468A-BCAF-EB00312583CE}" srcId="{6AE5E643-84E2-4597-8D21-7697C80D95B4}" destId="{BFFF9E57-8B34-4744-A996-35C05F1DB4EE}" srcOrd="2" destOrd="0" parTransId="{787D7782-DBFD-40B5-84CB-D080100AF197}" sibTransId="{625D5ABC-F325-45BD-9415-204D83DD186D}"/>
    <dgm:cxn modelId="{D0A3471A-F6BD-428C-BA3F-C37D7F9F2F6B}" type="presOf" srcId="{38E7D184-D31D-435F-851A-242DD8D884E1}" destId="{0C96893F-29EA-49B6-B385-272257244C21}" srcOrd="0" destOrd="0" presId="urn:microsoft.com/office/officeart/2018/2/layout/IconCircleList"/>
    <dgm:cxn modelId="{96460766-4B04-4421-9A82-6BA19D59EC36}" type="presOf" srcId="{FCBCA43C-120E-43B8-B204-5CAD63EA32D5}" destId="{8F850195-BE28-4898-B56B-E81B23B98EE7}" srcOrd="0" destOrd="0" presId="urn:microsoft.com/office/officeart/2018/2/layout/IconCircleList"/>
    <dgm:cxn modelId="{EB38C36F-E824-4A80-9AEA-4754B2C4B623}" srcId="{6AE5E643-84E2-4597-8D21-7697C80D95B4}" destId="{FF440918-B2CC-4140-AE1D-ADEF540B0F35}" srcOrd="0" destOrd="0" parTransId="{47A2150A-FEEF-439A-BE96-E58246D85997}" sibTransId="{38E7D184-D31D-435F-851A-242DD8D884E1}"/>
    <dgm:cxn modelId="{D13D1B70-4D9F-4D8B-BBE1-E61579D5028D}" type="presOf" srcId="{BFFF9E57-8B34-4744-A996-35C05F1DB4EE}" destId="{6DBE8029-378D-47C7-A46C-A75E7E56D33A}" srcOrd="0" destOrd="0" presId="urn:microsoft.com/office/officeart/2018/2/layout/IconCircleList"/>
    <dgm:cxn modelId="{352A6874-791B-4F11-A109-8183508A8C32}" srcId="{6AE5E643-84E2-4597-8D21-7697C80D95B4}" destId="{5F3E0724-CA46-432A-9FE7-8F6E591BEE0E}" srcOrd="1" destOrd="0" parTransId="{79B483AC-F181-4474-AEF2-FCFE38647A54}" sibTransId="{FCBCA43C-120E-43B8-B204-5CAD63EA32D5}"/>
    <dgm:cxn modelId="{023F648E-3C96-4ECF-856E-A3F7848999F6}" type="presOf" srcId="{626D2F31-03D1-428F-9F20-2ED98A5C87D3}" destId="{20B92C33-490B-4FAF-81E3-4D1A5950FF81}" srcOrd="0" destOrd="0" presId="urn:microsoft.com/office/officeart/2018/2/layout/IconCircleList"/>
    <dgm:cxn modelId="{3C927E96-06A8-47F0-9401-705C69A153EA}" type="presOf" srcId="{1E5EC250-571A-407D-9444-218EEBF52FDD}" destId="{73ECEB93-83D6-4756-81CD-87E375974328}" srcOrd="0" destOrd="0" presId="urn:microsoft.com/office/officeart/2018/2/layout/IconCircleList"/>
    <dgm:cxn modelId="{9F59C299-8819-4E6C-ACC4-D22ABAF69371}" type="presOf" srcId="{FB9B5072-B31F-4E8C-A5B2-758AEAFF1424}" destId="{2EDB455C-497B-4ABC-8E44-6F510C8917D4}" srcOrd="0" destOrd="0" presId="urn:microsoft.com/office/officeart/2018/2/layout/IconCircleList"/>
    <dgm:cxn modelId="{F6DE17AF-5C0A-4C6A-A19D-68AEE51E25BB}" type="presOf" srcId="{6AE5E643-84E2-4597-8D21-7697C80D95B4}" destId="{B791D3CC-15F9-4D3B-ABEA-E9C67D85C38E}" srcOrd="0" destOrd="0" presId="urn:microsoft.com/office/officeart/2018/2/layout/IconCircleList"/>
    <dgm:cxn modelId="{BE5197C3-885F-48CF-AC47-10B21F66320B}" type="presOf" srcId="{FF440918-B2CC-4140-AE1D-ADEF540B0F35}" destId="{8C9C3D91-0ED7-4EF0-8CD0-990B9F353C4A}" srcOrd="0" destOrd="0" presId="urn:microsoft.com/office/officeart/2018/2/layout/IconCircleList"/>
    <dgm:cxn modelId="{B89C82D7-C26A-4BC1-BC5E-8C8C8AF4A713}" type="presOf" srcId="{5F3E0724-CA46-432A-9FE7-8F6E591BEE0E}" destId="{7DB8328D-A48A-4FFE-8A69-FBD5FC3E00DC}" srcOrd="0" destOrd="0" presId="urn:microsoft.com/office/officeart/2018/2/layout/IconCircleList"/>
    <dgm:cxn modelId="{F4D873F3-0F33-4AA9-B526-9F96A27AD0B9}" type="presOf" srcId="{625D5ABC-F325-45BD-9415-204D83DD186D}" destId="{38347151-F1AD-4DC0-8DE6-154AF42CF273}" srcOrd="0" destOrd="0" presId="urn:microsoft.com/office/officeart/2018/2/layout/IconCircleList"/>
    <dgm:cxn modelId="{9DC0ADF4-76D3-48B4-A4E6-6EE838CED384}" srcId="{6AE5E643-84E2-4597-8D21-7697C80D95B4}" destId="{626D2F31-03D1-428F-9F20-2ED98A5C87D3}" srcOrd="3" destOrd="0" parTransId="{917DE245-0EB0-4139-8D1B-463D932C2BBA}" sibTransId="{1E5EC250-571A-407D-9444-218EEBF52FDD}"/>
    <dgm:cxn modelId="{859B2912-9428-4D90-9B88-EF984AB56A2B}" type="presParOf" srcId="{B791D3CC-15F9-4D3B-ABEA-E9C67D85C38E}" destId="{83B7FE56-5969-4F19-AFED-5384172E64C0}" srcOrd="0" destOrd="0" presId="urn:microsoft.com/office/officeart/2018/2/layout/IconCircleList"/>
    <dgm:cxn modelId="{03B6798B-BD59-481A-A3DE-CA1C54D3DBC4}" type="presParOf" srcId="{83B7FE56-5969-4F19-AFED-5384172E64C0}" destId="{E55C38AB-8D95-469C-BBE8-CAFFEE8E6AB2}" srcOrd="0" destOrd="0" presId="urn:microsoft.com/office/officeart/2018/2/layout/IconCircleList"/>
    <dgm:cxn modelId="{85F6F692-B4B1-4780-A8C3-74C7DAF88751}" type="presParOf" srcId="{E55C38AB-8D95-469C-BBE8-CAFFEE8E6AB2}" destId="{3FAD79D4-D7C5-4C7E-A71A-6682EC4569C2}" srcOrd="0" destOrd="0" presId="urn:microsoft.com/office/officeart/2018/2/layout/IconCircleList"/>
    <dgm:cxn modelId="{9194701B-BF63-456D-80AF-BA7F7C2F471A}" type="presParOf" srcId="{E55C38AB-8D95-469C-BBE8-CAFFEE8E6AB2}" destId="{18FE8A5E-4D17-426F-825C-53FBEE96FB6A}" srcOrd="1" destOrd="0" presId="urn:microsoft.com/office/officeart/2018/2/layout/IconCircleList"/>
    <dgm:cxn modelId="{3FDF7E97-2F79-40F5-9CD8-56FF4A511482}" type="presParOf" srcId="{E55C38AB-8D95-469C-BBE8-CAFFEE8E6AB2}" destId="{79617C1C-3643-4975-ABC2-78522CEC6912}" srcOrd="2" destOrd="0" presId="urn:microsoft.com/office/officeart/2018/2/layout/IconCircleList"/>
    <dgm:cxn modelId="{D1DC9FC0-E957-4716-A008-1625B8497F9C}" type="presParOf" srcId="{E55C38AB-8D95-469C-BBE8-CAFFEE8E6AB2}" destId="{8C9C3D91-0ED7-4EF0-8CD0-990B9F353C4A}" srcOrd="3" destOrd="0" presId="urn:microsoft.com/office/officeart/2018/2/layout/IconCircleList"/>
    <dgm:cxn modelId="{209E834B-4922-4371-B111-C27F774D010A}" type="presParOf" srcId="{83B7FE56-5969-4F19-AFED-5384172E64C0}" destId="{0C96893F-29EA-49B6-B385-272257244C21}" srcOrd="1" destOrd="0" presId="urn:microsoft.com/office/officeart/2018/2/layout/IconCircleList"/>
    <dgm:cxn modelId="{C32759E5-A1BE-424A-8978-7C670E26500C}" type="presParOf" srcId="{83B7FE56-5969-4F19-AFED-5384172E64C0}" destId="{EF28CE7D-195F-481F-B9DF-88CCB2A414C4}" srcOrd="2" destOrd="0" presId="urn:microsoft.com/office/officeart/2018/2/layout/IconCircleList"/>
    <dgm:cxn modelId="{1FB5A7C2-853E-40CE-8194-D935853A92C9}" type="presParOf" srcId="{EF28CE7D-195F-481F-B9DF-88CCB2A414C4}" destId="{088C03D7-58BD-4F70-ABC6-87DF49A00590}" srcOrd="0" destOrd="0" presId="urn:microsoft.com/office/officeart/2018/2/layout/IconCircleList"/>
    <dgm:cxn modelId="{A1B4D551-91EB-4C58-94EC-574CF461D7B0}" type="presParOf" srcId="{EF28CE7D-195F-481F-B9DF-88CCB2A414C4}" destId="{7821FF65-1B1C-4BC8-96FE-095E940A2526}" srcOrd="1" destOrd="0" presId="urn:microsoft.com/office/officeart/2018/2/layout/IconCircleList"/>
    <dgm:cxn modelId="{97B65E76-4C03-4D5C-8E45-1A88E5C1D2E1}" type="presParOf" srcId="{EF28CE7D-195F-481F-B9DF-88CCB2A414C4}" destId="{27ED46A6-1414-4519-AC61-A9CB6AC1AAE9}" srcOrd="2" destOrd="0" presId="urn:microsoft.com/office/officeart/2018/2/layout/IconCircleList"/>
    <dgm:cxn modelId="{583BAE9E-4C8B-4E7F-864B-6540A845A3FE}" type="presParOf" srcId="{EF28CE7D-195F-481F-B9DF-88CCB2A414C4}" destId="{7DB8328D-A48A-4FFE-8A69-FBD5FC3E00DC}" srcOrd="3" destOrd="0" presId="urn:microsoft.com/office/officeart/2018/2/layout/IconCircleList"/>
    <dgm:cxn modelId="{A136C97F-C748-4EE1-8EE0-5FBB044CF013}" type="presParOf" srcId="{83B7FE56-5969-4F19-AFED-5384172E64C0}" destId="{8F850195-BE28-4898-B56B-E81B23B98EE7}" srcOrd="3" destOrd="0" presId="urn:microsoft.com/office/officeart/2018/2/layout/IconCircleList"/>
    <dgm:cxn modelId="{D132FEE5-263E-438E-BDBF-04F2BD73DAE2}" type="presParOf" srcId="{83B7FE56-5969-4F19-AFED-5384172E64C0}" destId="{F092D95B-6A98-442A-8393-BBD8031FD429}" srcOrd="4" destOrd="0" presId="urn:microsoft.com/office/officeart/2018/2/layout/IconCircleList"/>
    <dgm:cxn modelId="{20DCD52A-F210-4555-A3B8-1146746569F1}" type="presParOf" srcId="{F092D95B-6A98-442A-8393-BBD8031FD429}" destId="{1796210C-DB27-4F84-8353-2BE24AACD9CD}" srcOrd="0" destOrd="0" presId="urn:microsoft.com/office/officeart/2018/2/layout/IconCircleList"/>
    <dgm:cxn modelId="{5028B828-F9D2-48EE-AA2B-5239E999BBA6}" type="presParOf" srcId="{F092D95B-6A98-442A-8393-BBD8031FD429}" destId="{64B4BFC3-19D6-455C-9C27-BD547F4CA26E}" srcOrd="1" destOrd="0" presId="urn:microsoft.com/office/officeart/2018/2/layout/IconCircleList"/>
    <dgm:cxn modelId="{D53E365C-FDFB-4F96-867E-0B4F36F30EFC}" type="presParOf" srcId="{F092D95B-6A98-442A-8393-BBD8031FD429}" destId="{854188E0-CA6E-47E3-A11A-A7FB89F58A98}" srcOrd="2" destOrd="0" presId="urn:microsoft.com/office/officeart/2018/2/layout/IconCircleList"/>
    <dgm:cxn modelId="{AC6DAC44-1F61-4BAA-A0DD-BB0ACFDC9DDE}" type="presParOf" srcId="{F092D95B-6A98-442A-8393-BBD8031FD429}" destId="{6DBE8029-378D-47C7-A46C-A75E7E56D33A}" srcOrd="3" destOrd="0" presId="urn:microsoft.com/office/officeart/2018/2/layout/IconCircleList"/>
    <dgm:cxn modelId="{7DFAAB5F-ADE5-48AF-9BF0-2FE603BF3DF3}" type="presParOf" srcId="{83B7FE56-5969-4F19-AFED-5384172E64C0}" destId="{38347151-F1AD-4DC0-8DE6-154AF42CF273}" srcOrd="5" destOrd="0" presId="urn:microsoft.com/office/officeart/2018/2/layout/IconCircleList"/>
    <dgm:cxn modelId="{DDC636BE-C928-4880-A409-B5F4EE519BD0}" type="presParOf" srcId="{83B7FE56-5969-4F19-AFED-5384172E64C0}" destId="{2DA4A6CA-BF99-455A-99EF-7226C435E979}" srcOrd="6" destOrd="0" presId="urn:microsoft.com/office/officeart/2018/2/layout/IconCircleList"/>
    <dgm:cxn modelId="{F3F5EA68-0E85-4830-861F-B2427A1F6438}" type="presParOf" srcId="{2DA4A6CA-BF99-455A-99EF-7226C435E979}" destId="{72C6375C-8F9C-4494-A30B-553DBBF2FD3D}" srcOrd="0" destOrd="0" presId="urn:microsoft.com/office/officeart/2018/2/layout/IconCircleList"/>
    <dgm:cxn modelId="{147D6BC9-9FC7-4EA0-8F71-C73A4F852B6B}" type="presParOf" srcId="{2DA4A6CA-BF99-455A-99EF-7226C435E979}" destId="{FA30219D-0DDB-49B1-A922-54BC887CC9A5}" srcOrd="1" destOrd="0" presId="urn:microsoft.com/office/officeart/2018/2/layout/IconCircleList"/>
    <dgm:cxn modelId="{524D653A-4477-4E0D-BA79-B660CF03D6FB}" type="presParOf" srcId="{2DA4A6CA-BF99-455A-99EF-7226C435E979}" destId="{B842566D-EC2C-462A-A4F8-D2EFBBBAB901}" srcOrd="2" destOrd="0" presId="urn:microsoft.com/office/officeart/2018/2/layout/IconCircleList"/>
    <dgm:cxn modelId="{48CC07DD-A58C-4121-A536-DF0CFCA7FD69}" type="presParOf" srcId="{2DA4A6CA-BF99-455A-99EF-7226C435E979}" destId="{20B92C33-490B-4FAF-81E3-4D1A5950FF81}" srcOrd="3" destOrd="0" presId="urn:microsoft.com/office/officeart/2018/2/layout/IconCircleList"/>
    <dgm:cxn modelId="{AF750B71-005E-4A8E-B8C9-05864D74BAF3}" type="presParOf" srcId="{83B7FE56-5969-4F19-AFED-5384172E64C0}" destId="{73ECEB93-83D6-4756-81CD-87E375974328}" srcOrd="7" destOrd="0" presId="urn:microsoft.com/office/officeart/2018/2/layout/IconCircleList"/>
    <dgm:cxn modelId="{673BF170-7A0C-4F5A-B5BF-9B009F1FD386}" type="presParOf" srcId="{83B7FE56-5969-4F19-AFED-5384172E64C0}" destId="{E6FA2E47-FF4B-42FA-A305-1DCB181D9417}" srcOrd="8" destOrd="0" presId="urn:microsoft.com/office/officeart/2018/2/layout/IconCircleList"/>
    <dgm:cxn modelId="{B2AB139D-4F74-43CE-8117-D2C62AF37EC0}" type="presParOf" srcId="{E6FA2E47-FF4B-42FA-A305-1DCB181D9417}" destId="{6BDE45BB-C2EE-4B01-BF01-53D52CB0DD2B}" srcOrd="0" destOrd="0" presId="urn:microsoft.com/office/officeart/2018/2/layout/IconCircleList"/>
    <dgm:cxn modelId="{D33F729E-1BC6-4572-97F5-59EB471114F5}" type="presParOf" srcId="{E6FA2E47-FF4B-42FA-A305-1DCB181D9417}" destId="{C2B6274D-363D-43D6-9800-7319ADB15697}" srcOrd="1" destOrd="0" presId="urn:microsoft.com/office/officeart/2018/2/layout/IconCircleList"/>
    <dgm:cxn modelId="{795B106B-B2B1-441C-9C5D-ECD84000E26B}" type="presParOf" srcId="{E6FA2E47-FF4B-42FA-A305-1DCB181D9417}" destId="{924F8AF9-3311-4128-A6D4-AA5D07566B95}" srcOrd="2" destOrd="0" presId="urn:microsoft.com/office/officeart/2018/2/layout/IconCircleList"/>
    <dgm:cxn modelId="{16605C7F-EF8E-46E9-BCF3-55319DFA4615}" type="presParOf" srcId="{E6FA2E47-FF4B-42FA-A305-1DCB181D9417}" destId="{2EDB455C-497B-4ABC-8E44-6F510C8917D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2831D-D362-4258-8A6C-6E7956D73BC9}">
      <dsp:nvSpPr>
        <dsp:cNvPr id="0" name=""/>
        <dsp:cNvSpPr/>
      </dsp:nvSpPr>
      <dsp:spPr>
        <a:xfrm>
          <a:off x="1014420" y="1549"/>
          <a:ext cx="965039" cy="9650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FEBFA-68B9-475F-BDEC-180E36E72036}">
      <dsp:nvSpPr>
        <dsp:cNvPr id="0" name=""/>
        <dsp:cNvSpPr/>
      </dsp:nvSpPr>
      <dsp:spPr>
        <a:xfrm>
          <a:off x="1220084" y="207213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F0F43-2C19-4983-B1EB-9EB02056AFEB}">
      <dsp:nvSpPr>
        <dsp:cNvPr id="0" name=""/>
        <dsp:cNvSpPr/>
      </dsp:nvSpPr>
      <dsp:spPr>
        <a:xfrm>
          <a:off x="705924" y="1267174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Dataset contains approximately 279,780 records.</a:t>
          </a:r>
          <a:endParaRPr lang="en-US" sz="1100" kern="1200"/>
        </a:p>
      </dsp:txBody>
      <dsp:txXfrm>
        <a:off x="705924" y="1267174"/>
        <a:ext cx="1582031" cy="632812"/>
      </dsp:txXfrm>
    </dsp:sp>
    <dsp:sp modelId="{DA246158-5D25-47B7-9429-01D10252130F}">
      <dsp:nvSpPr>
        <dsp:cNvPr id="0" name=""/>
        <dsp:cNvSpPr/>
      </dsp:nvSpPr>
      <dsp:spPr>
        <a:xfrm>
          <a:off x="2873307" y="1549"/>
          <a:ext cx="965039" cy="9650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D183C-7485-4211-91A6-00B3BFD72E44}">
      <dsp:nvSpPr>
        <dsp:cNvPr id="0" name=""/>
        <dsp:cNvSpPr/>
      </dsp:nvSpPr>
      <dsp:spPr>
        <a:xfrm>
          <a:off x="3078971" y="207213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ACB25-0C41-4E59-A72D-B49315B0E908}">
      <dsp:nvSpPr>
        <dsp:cNvPr id="0" name=""/>
        <dsp:cNvSpPr/>
      </dsp:nvSpPr>
      <dsp:spPr>
        <a:xfrm>
          <a:off x="2564811" y="1267174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Includes county, city, utility, and model year data</a:t>
          </a:r>
          <a:endParaRPr lang="en-US" sz="1100" kern="1200"/>
        </a:p>
      </dsp:txBody>
      <dsp:txXfrm>
        <a:off x="2564811" y="1267174"/>
        <a:ext cx="1582031" cy="632812"/>
      </dsp:txXfrm>
    </dsp:sp>
    <dsp:sp modelId="{88C1D8C8-8920-49FD-8336-9504C647736D}">
      <dsp:nvSpPr>
        <dsp:cNvPr id="0" name=""/>
        <dsp:cNvSpPr/>
      </dsp:nvSpPr>
      <dsp:spPr>
        <a:xfrm>
          <a:off x="4732194" y="1549"/>
          <a:ext cx="965039" cy="9650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ADD1E-A340-492B-978E-7AE3C72D036B}">
      <dsp:nvSpPr>
        <dsp:cNvPr id="0" name=""/>
        <dsp:cNvSpPr/>
      </dsp:nvSpPr>
      <dsp:spPr>
        <a:xfrm>
          <a:off x="4937858" y="207213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AEBD4-87C1-4A40-853F-A3F2F2CB0426}">
      <dsp:nvSpPr>
        <dsp:cNvPr id="0" name=""/>
        <dsp:cNvSpPr/>
      </dsp:nvSpPr>
      <dsp:spPr>
        <a:xfrm>
          <a:off x="4423698" y="1267174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Tracks EV registrations across Washington State</a:t>
          </a:r>
          <a:endParaRPr lang="en-US" sz="1100" kern="1200"/>
        </a:p>
      </dsp:txBody>
      <dsp:txXfrm>
        <a:off x="4423698" y="1267174"/>
        <a:ext cx="1582031" cy="632812"/>
      </dsp:txXfrm>
    </dsp:sp>
    <dsp:sp modelId="{2A84B5CD-E223-40C6-852A-676CB590A442}">
      <dsp:nvSpPr>
        <dsp:cNvPr id="0" name=""/>
        <dsp:cNvSpPr/>
      </dsp:nvSpPr>
      <dsp:spPr>
        <a:xfrm>
          <a:off x="1943864" y="2295494"/>
          <a:ext cx="965039" cy="9650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66850-8455-41A4-AD1E-E22BA4D01A4A}">
      <dsp:nvSpPr>
        <dsp:cNvPr id="0" name=""/>
        <dsp:cNvSpPr/>
      </dsp:nvSpPr>
      <dsp:spPr>
        <a:xfrm>
          <a:off x="2149528" y="2501158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EF8A5-6F54-4262-A716-55847DA6F938}">
      <dsp:nvSpPr>
        <dsp:cNvPr id="0" name=""/>
        <dsp:cNvSpPr/>
      </dsp:nvSpPr>
      <dsp:spPr>
        <a:xfrm>
          <a:off x="1635368" y="356111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Contains both BEV and PHEV vehicle types</a:t>
          </a:r>
          <a:endParaRPr lang="en-US" sz="1100" kern="1200"/>
        </a:p>
      </dsp:txBody>
      <dsp:txXfrm>
        <a:off x="1635368" y="3561119"/>
        <a:ext cx="1582031" cy="632812"/>
      </dsp:txXfrm>
    </dsp:sp>
    <dsp:sp modelId="{2F7A3B0D-01F8-4B94-99BE-C16E282F00FF}">
      <dsp:nvSpPr>
        <dsp:cNvPr id="0" name=""/>
        <dsp:cNvSpPr/>
      </dsp:nvSpPr>
      <dsp:spPr>
        <a:xfrm>
          <a:off x="3802750" y="2295494"/>
          <a:ext cx="965039" cy="96503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F9B1F-E343-48AA-862E-B1D9C0947911}">
      <dsp:nvSpPr>
        <dsp:cNvPr id="0" name=""/>
        <dsp:cNvSpPr/>
      </dsp:nvSpPr>
      <dsp:spPr>
        <a:xfrm>
          <a:off x="4008414" y="2501158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8483-1F8E-4BF0-A655-89C68DAAA912}">
      <dsp:nvSpPr>
        <dsp:cNvPr id="0" name=""/>
        <dsp:cNvSpPr/>
      </dsp:nvSpPr>
      <dsp:spPr>
        <a:xfrm>
          <a:off x="3494254" y="356111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Useful for geographic and trend analysis</a:t>
          </a:r>
          <a:endParaRPr lang="en-US" sz="1100" kern="1200"/>
        </a:p>
      </dsp:txBody>
      <dsp:txXfrm>
        <a:off x="3494254" y="3561119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F6FEF-624C-43A9-AB77-D5A659A933E2}">
      <dsp:nvSpPr>
        <dsp:cNvPr id="0" name=""/>
        <dsp:cNvSpPr/>
      </dsp:nvSpPr>
      <dsp:spPr>
        <a:xfrm>
          <a:off x="282165" y="842568"/>
          <a:ext cx="873896" cy="87389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34E49-D517-4C21-AA01-BDBAFAEF936E}">
      <dsp:nvSpPr>
        <dsp:cNvPr id="0" name=""/>
        <dsp:cNvSpPr/>
      </dsp:nvSpPr>
      <dsp:spPr>
        <a:xfrm>
          <a:off x="468405" y="1028808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0864B-D5C6-4553-910B-D1278A6391CB}">
      <dsp:nvSpPr>
        <dsp:cNvPr id="0" name=""/>
        <dsp:cNvSpPr/>
      </dsp:nvSpPr>
      <dsp:spPr>
        <a:xfrm>
          <a:off x="28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analysis revealed several important EV adoption trends.</a:t>
          </a:r>
          <a:endParaRPr lang="en-US" sz="1100" kern="1200"/>
        </a:p>
      </dsp:txBody>
      <dsp:txXfrm>
        <a:off x="2805" y="1988661"/>
        <a:ext cx="1432617" cy="573046"/>
      </dsp:txXfrm>
    </dsp:sp>
    <dsp:sp modelId="{7AAE474F-76A8-4D33-B819-2E159A1E556A}">
      <dsp:nvSpPr>
        <dsp:cNvPr id="0" name=""/>
        <dsp:cNvSpPr/>
      </dsp:nvSpPr>
      <dsp:spPr>
        <a:xfrm>
          <a:off x="1965490" y="842568"/>
          <a:ext cx="873896" cy="87389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0BF8B-9277-4705-B43C-D5F22ACC192C}">
      <dsp:nvSpPr>
        <dsp:cNvPr id="0" name=""/>
        <dsp:cNvSpPr/>
      </dsp:nvSpPr>
      <dsp:spPr>
        <a:xfrm>
          <a:off x="2151730" y="1028808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63EA2-1749-4175-BE5A-52766456ED8B}">
      <dsp:nvSpPr>
        <dsp:cNvPr id="0" name=""/>
        <dsp:cNvSpPr/>
      </dsp:nvSpPr>
      <dsp:spPr>
        <a:xfrm>
          <a:off x="168613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EV registrations have increased rapidly in recent years</a:t>
          </a:r>
          <a:endParaRPr lang="en-US" sz="1100" kern="1200"/>
        </a:p>
      </dsp:txBody>
      <dsp:txXfrm>
        <a:off x="1686130" y="1988661"/>
        <a:ext cx="1432617" cy="573046"/>
      </dsp:txXfrm>
    </dsp:sp>
    <dsp:sp modelId="{789D6435-03B2-4E94-8098-155D899F369E}">
      <dsp:nvSpPr>
        <dsp:cNvPr id="0" name=""/>
        <dsp:cNvSpPr/>
      </dsp:nvSpPr>
      <dsp:spPr>
        <a:xfrm>
          <a:off x="3648815" y="842568"/>
          <a:ext cx="873896" cy="87389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E1FBA-FB93-4214-AB56-33AC52CB0305}">
      <dsp:nvSpPr>
        <dsp:cNvPr id="0" name=""/>
        <dsp:cNvSpPr/>
      </dsp:nvSpPr>
      <dsp:spPr>
        <a:xfrm>
          <a:off x="3835055" y="1028808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963C2-B9E3-4670-8FFC-1F43A922364E}">
      <dsp:nvSpPr>
        <dsp:cNvPr id="0" name=""/>
        <dsp:cNvSpPr/>
      </dsp:nvSpPr>
      <dsp:spPr>
        <a:xfrm>
          <a:off x="336945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Battery Electric Vehicles dominate the market</a:t>
          </a:r>
          <a:endParaRPr lang="en-US" sz="1100" kern="1200"/>
        </a:p>
      </dsp:txBody>
      <dsp:txXfrm>
        <a:off x="3369455" y="1988661"/>
        <a:ext cx="1432617" cy="573046"/>
      </dsp:txXfrm>
    </dsp:sp>
    <dsp:sp modelId="{3B9BCFD4-B8D1-47C9-848F-95EE04940C6A}">
      <dsp:nvSpPr>
        <dsp:cNvPr id="0" name=""/>
        <dsp:cNvSpPr/>
      </dsp:nvSpPr>
      <dsp:spPr>
        <a:xfrm>
          <a:off x="5332140" y="842568"/>
          <a:ext cx="873896" cy="87389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C1FCE-13D5-42C5-9426-61C7E6CA9102}">
      <dsp:nvSpPr>
        <dsp:cNvPr id="0" name=""/>
        <dsp:cNvSpPr/>
      </dsp:nvSpPr>
      <dsp:spPr>
        <a:xfrm>
          <a:off x="5518381" y="1028808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9F2F5-BC0F-441D-B46A-9EC36161B233}">
      <dsp:nvSpPr>
        <dsp:cNvPr id="0" name=""/>
        <dsp:cNvSpPr/>
      </dsp:nvSpPr>
      <dsp:spPr>
        <a:xfrm>
          <a:off x="505278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Urban counties show significantly higher adoption</a:t>
          </a:r>
          <a:endParaRPr lang="en-US" sz="1100" kern="1200"/>
        </a:p>
      </dsp:txBody>
      <dsp:txXfrm>
        <a:off x="5052780" y="1988661"/>
        <a:ext cx="1432617" cy="573046"/>
      </dsp:txXfrm>
    </dsp:sp>
    <dsp:sp modelId="{DF835E50-B89D-4B92-87B6-DDDE0B620659}">
      <dsp:nvSpPr>
        <dsp:cNvPr id="0" name=""/>
        <dsp:cNvSpPr/>
      </dsp:nvSpPr>
      <dsp:spPr>
        <a:xfrm>
          <a:off x="7015466" y="842568"/>
          <a:ext cx="873896" cy="873896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E6B71-4FD8-416D-B2F8-27593BB1299E}">
      <dsp:nvSpPr>
        <dsp:cNvPr id="0" name=""/>
        <dsp:cNvSpPr/>
      </dsp:nvSpPr>
      <dsp:spPr>
        <a:xfrm>
          <a:off x="7201706" y="1028808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BCF69-F272-4B55-9119-DE851D59BDF5}">
      <dsp:nvSpPr>
        <dsp:cNvPr id="0" name=""/>
        <dsp:cNvSpPr/>
      </dsp:nvSpPr>
      <dsp:spPr>
        <a:xfrm>
          <a:off x="67361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Infrastructure and utilities appear connected to adoption growth</a:t>
          </a:r>
          <a:endParaRPr lang="en-US" sz="1100" kern="1200"/>
        </a:p>
      </dsp:txBody>
      <dsp:txXfrm>
        <a:off x="6736105" y="1988661"/>
        <a:ext cx="1432617" cy="5730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D79D4-D7C5-4C7E-A71A-6682EC4569C2}">
      <dsp:nvSpPr>
        <dsp:cNvPr id="0" name=""/>
        <dsp:cNvSpPr/>
      </dsp:nvSpPr>
      <dsp:spPr>
        <a:xfrm>
          <a:off x="1404239" y="58408"/>
          <a:ext cx="710001" cy="7100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E8A5E-4D17-426F-825C-53FBEE96FB6A}">
      <dsp:nvSpPr>
        <dsp:cNvPr id="0" name=""/>
        <dsp:cNvSpPr/>
      </dsp:nvSpPr>
      <dsp:spPr>
        <a:xfrm>
          <a:off x="1553339" y="207509"/>
          <a:ext cx="411801" cy="4118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C3D91-0ED7-4EF0-8CD0-990B9F353C4A}">
      <dsp:nvSpPr>
        <dsp:cNvPr id="0" name=""/>
        <dsp:cNvSpPr/>
      </dsp:nvSpPr>
      <dsp:spPr>
        <a:xfrm>
          <a:off x="2266384" y="58408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Based on the findings, the following recommendations are suggested:</a:t>
          </a:r>
          <a:endParaRPr lang="en-US" sz="1200" kern="1200"/>
        </a:p>
      </dsp:txBody>
      <dsp:txXfrm>
        <a:off x="2266384" y="58408"/>
        <a:ext cx="1673575" cy="710001"/>
      </dsp:txXfrm>
    </dsp:sp>
    <dsp:sp modelId="{088C03D7-58BD-4F70-ABC6-87DF49A00590}">
      <dsp:nvSpPr>
        <dsp:cNvPr id="0" name=""/>
        <dsp:cNvSpPr/>
      </dsp:nvSpPr>
      <dsp:spPr>
        <a:xfrm>
          <a:off x="4231567" y="58408"/>
          <a:ext cx="710001" cy="7100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1FF65-1B1C-4BC8-96FE-095E940A2526}">
      <dsp:nvSpPr>
        <dsp:cNvPr id="0" name=""/>
        <dsp:cNvSpPr/>
      </dsp:nvSpPr>
      <dsp:spPr>
        <a:xfrm>
          <a:off x="4380668" y="207509"/>
          <a:ext cx="411801" cy="4118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8328D-A48A-4FFE-8A69-FBD5FC3E00DC}">
      <dsp:nvSpPr>
        <dsp:cNvPr id="0" name=""/>
        <dsp:cNvSpPr/>
      </dsp:nvSpPr>
      <dsp:spPr>
        <a:xfrm>
          <a:off x="5093712" y="58408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Expand charging infrastructure in underserved regions</a:t>
          </a:r>
          <a:endParaRPr lang="en-US" sz="1200" kern="1200"/>
        </a:p>
      </dsp:txBody>
      <dsp:txXfrm>
        <a:off x="5093712" y="58408"/>
        <a:ext cx="1673575" cy="710001"/>
      </dsp:txXfrm>
    </dsp:sp>
    <dsp:sp modelId="{1796210C-DB27-4F84-8353-2BE24AACD9CD}">
      <dsp:nvSpPr>
        <dsp:cNvPr id="0" name=""/>
        <dsp:cNvSpPr/>
      </dsp:nvSpPr>
      <dsp:spPr>
        <a:xfrm>
          <a:off x="1404239" y="1347137"/>
          <a:ext cx="710001" cy="7100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4BFC3-19D6-455C-9C27-BD547F4CA26E}">
      <dsp:nvSpPr>
        <dsp:cNvPr id="0" name=""/>
        <dsp:cNvSpPr/>
      </dsp:nvSpPr>
      <dsp:spPr>
        <a:xfrm>
          <a:off x="1553339" y="1496237"/>
          <a:ext cx="411801" cy="4118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E8029-378D-47C7-A46C-A75E7E56D33A}">
      <dsp:nvSpPr>
        <dsp:cNvPr id="0" name=""/>
        <dsp:cNvSpPr/>
      </dsp:nvSpPr>
      <dsp:spPr>
        <a:xfrm>
          <a:off x="2266384" y="1347137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Increase EV incentive programs</a:t>
          </a:r>
          <a:endParaRPr lang="en-US" sz="1200" kern="1200"/>
        </a:p>
      </dsp:txBody>
      <dsp:txXfrm>
        <a:off x="2266384" y="1347137"/>
        <a:ext cx="1673575" cy="710001"/>
      </dsp:txXfrm>
    </dsp:sp>
    <dsp:sp modelId="{72C6375C-8F9C-4494-A30B-553DBBF2FD3D}">
      <dsp:nvSpPr>
        <dsp:cNvPr id="0" name=""/>
        <dsp:cNvSpPr/>
      </dsp:nvSpPr>
      <dsp:spPr>
        <a:xfrm>
          <a:off x="4231567" y="1347137"/>
          <a:ext cx="710001" cy="7100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0219D-0DDB-49B1-A922-54BC887CC9A5}">
      <dsp:nvSpPr>
        <dsp:cNvPr id="0" name=""/>
        <dsp:cNvSpPr/>
      </dsp:nvSpPr>
      <dsp:spPr>
        <a:xfrm>
          <a:off x="4380668" y="1496237"/>
          <a:ext cx="411801" cy="4118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92C33-490B-4FAF-81E3-4D1A5950FF81}">
      <dsp:nvSpPr>
        <dsp:cNvPr id="0" name=""/>
        <dsp:cNvSpPr/>
      </dsp:nvSpPr>
      <dsp:spPr>
        <a:xfrm>
          <a:off x="5093712" y="1347137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Support utility partnerships for charging access</a:t>
          </a:r>
          <a:endParaRPr lang="en-US" sz="1200" kern="1200"/>
        </a:p>
      </dsp:txBody>
      <dsp:txXfrm>
        <a:off x="5093712" y="1347137"/>
        <a:ext cx="1673575" cy="710001"/>
      </dsp:txXfrm>
    </dsp:sp>
    <dsp:sp modelId="{6BDE45BB-C2EE-4B01-BF01-53D52CB0DD2B}">
      <dsp:nvSpPr>
        <dsp:cNvPr id="0" name=""/>
        <dsp:cNvSpPr/>
      </dsp:nvSpPr>
      <dsp:spPr>
        <a:xfrm>
          <a:off x="1404239" y="2635866"/>
          <a:ext cx="710001" cy="7100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6274D-363D-43D6-9800-7319ADB15697}">
      <dsp:nvSpPr>
        <dsp:cNvPr id="0" name=""/>
        <dsp:cNvSpPr/>
      </dsp:nvSpPr>
      <dsp:spPr>
        <a:xfrm>
          <a:off x="1553339" y="2784966"/>
          <a:ext cx="411801" cy="4118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B455C-497B-4ABC-8E44-6F510C8917D4}">
      <dsp:nvSpPr>
        <dsp:cNvPr id="0" name=""/>
        <dsp:cNvSpPr/>
      </dsp:nvSpPr>
      <dsp:spPr>
        <a:xfrm>
          <a:off x="2266384" y="2635866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Continue monitoring long-term EV growth trends</a:t>
          </a:r>
          <a:endParaRPr lang="en-US" sz="1200" kern="1200"/>
        </a:p>
      </dsp:txBody>
      <dsp:txXfrm>
        <a:off x="2266384" y="2635866"/>
        <a:ext cx="1673575" cy="710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2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4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4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0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0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6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1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07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1886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08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45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82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08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36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727" y="593362"/>
            <a:ext cx="6620968" cy="3329581"/>
          </a:xfrm>
        </p:spPr>
        <p:txBody>
          <a:bodyPr/>
          <a:lstStyle/>
          <a:p>
            <a:r>
              <a:rPr sz="6000" dirty="0"/>
              <a:t>Electric Vehicle Adoption Trends in Washington State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1726" y="6069510"/>
            <a:ext cx="8712273" cy="861420"/>
          </a:xfrm>
        </p:spPr>
        <p:txBody>
          <a:bodyPr>
            <a:noAutofit/>
          </a:bodyPr>
          <a:lstStyle/>
          <a:p>
            <a:r>
              <a:rPr sz="1000" dirty="0"/>
              <a:t>DSC 450 – Project 3</a:t>
            </a:r>
          </a:p>
          <a:p>
            <a:r>
              <a:rPr lang="en-US" sz="1000" dirty="0"/>
              <a:t>B</a:t>
            </a:r>
            <a:r>
              <a:rPr sz="1000" dirty="0"/>
              <a:t>y</a:t>
            </a:r>
            <a:r>
              <a:rPr lang="en-US" sz="1000" dirty="0"/>
              <a:t> Hana </a:t>
            </a:r>
            <a:r>
              <a:rPr lang="en-US" sz="1000" dirty="0" err="1"/>
              <a:t>sijad</a:t>
            </a:r>
            <a:r>
              <a:rPr lang="en-US" sz="1000" dirty="0"/>
              <a:t>, vanessa </a:t>
            </a:r>
            <a:r>
              <a:rPr lang="en-US" sz="1000" dirty="0" err="1"/>
              <a:t>saum</a:t>
            </a:r>
            <a:r>
              <a:rPr lang="en-US" sz="1000" dirty="0"/>
              <a:t>, faith wade and</a:t>
            </a:r>
            <a:r>
              <a:rPr sz="1000" dirty="0"/>
              <a:t> Silvia Rosario</a:t>
            </a:r>
            <a:r>
              <a:rPr lang="en-US" sz="1000" dirty="0"/>
              <a:t> </a:t>
            </a:r>
            <a:r>
              <a:rPr lang="en-US" sz="1000" dirty="0" err="1"/>
              <a:t>betances</a:t>
            </a:r>
            <a:r>
              <a:rPr lang="en-US" sz="1000" dirty="0"/>
              <a:t>                                           professor </a:t>
            </a:r>
            <a:r>
              <a:rPr lang="en-US" sz="1000" b="1" dirty="0"/>
              <a:t>Fadi </a:t>
            </a:r>
            <a:r>
              <a:rPr lang="en-US" sz="1000" b="1" dirty="0" err="1"/>
              <a:t>Alsaleem</a:t>
            </a: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Project Objective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A5E35-BD39-74F0-DE9D-2839FBCDA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94" y="2205757"/>
            <a:ext cx="4087416" cy="2446482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438400"/>
            <a:ext cx="312488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rgbClr val="EBEBEB"/>
                </a:solidFill>
              </a:rPr>
              <a:t>Analyze electric vehicle adoption trends across Washington State.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EBEBEB"/>
                </a:solidFill>
              </a:rPr>
              <a:t>Identify growth trends in EV registrations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EBEBEB"/>
                </a:solidFill>
              </a:rPr>
              <a:t>Compare BEVs and PHEVs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EBEBEB"/>
                </a:solidFill>
              </a:rPr>
              <a:t>Analyze geographic adoption patterns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EBEBEB"/>
                </a:solidFill>
              </a:rPr>
              <a:t>Evaluate utility and infrastructure relationships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EE02B-D204-40B1-BAE7-940CA3F2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17" y="629266"/>
            <a:ext cx="2337517" cy="5594554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rgbClr val="EBEBEB"/>
                </a:solidFill>
              </a:rPr>
              <a:t>Questions to explore:</a:t>
            </a: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9FE096-C2F8-3893-CC9C-DA46AA8339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86339" y="1410459"/>
            <a:ext cx="4871885" cy="18851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has EV adoption changed over time?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counties or cities have the highest EV adoption?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Are Battery Electric Vehicles (BEVs) more common than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Plug-in Hybrid Vehicles (PHEVs)?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utilities support the largest number of EV owners?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Are newer model years becoming more dominant?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regional trends exist across Washington?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79B5E-A106-5B97-52E6-5D0C4A52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39" y="3562395"/>
            <a:ext cx="4871885" cy="25212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89197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82C071-E5AB-F70C-E695-9A39AF76A3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001" y="629266"/>
            <a:ext cx="2497746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Data Cleaning &amp; Preparation</a:t>
            </a:r>
          </a:p>
        </p:txBody>
      </p:sp>
      <p:pic>
        <p:nvPicPr>
          <p:cNvPr id="17" name="Picture 16" descr="Magnifying glass showing decling performance">
            <a:extLst>
              <a:ext uri="{FF2B5EF4-FFF2-40B4-BE49-F238E27FC236}">
                <a16:creationId xmlns:a16="http://schemas.microsoft.com/office/drawing/2014/main" id="{0077AEA1-7BBE-544B-4C89-4607E69FC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4" r="37687" b="-1"/>
          <a:stretch>
            <a:fillRect/>
          </a:stretch>
        </p:blipFill>
        <p:spPr>
          <a:xfrm>
            <a:off x="3476010" y="10"/>
            <a:ext cx="5670097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26E2FAE-FA60-497B-B2CB-7702C6F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001" y="2438400"/>
            <a:ext cx="2497746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The dataset was cleaned and prepared before analysis.</a:t>
            </a:r>
          </a:p>
          <a:p>
            <a:pPr>
              <a:lnSpc>
                <a:spcPct val="90000"/>
              </a:lnSpc>
            </a:pPr>
            <a:r>
              <a:rPr lang="en-US" sz="1700"/>
              <a:t>Handled missing values</a:t>
            </a:r>
          </a:p>
          <a:p>
            <a:pPr>
              <a:lnSpc>
                <a:spcPct val="90000"/>
              </a:lnSpc>
            </a:pPr>
            <a:r>
              <a:rPr lang="en-US" sz="1700"/>
              <a:t>Verified duplicate records</a:t>
            </a:r>
          </a:p>
          <a:p>
            <a:pPr>
              <a:lnSpc>
                <a:spcPct val="90000"/>
              </a:lnSpc>
            </a:pPr>
            <a:r>
              <a:rPr lang="en-US" sz="1700"/>
              <a:t>Standardized categorical fields</a:t>
            </a:r>
          </a:p>
          <a:p>
            <a:pPr>
              <a:lnSpc>
                <a:spcPct val="90000"/>
              </a:lnSpc>
            </a:pPr>
            <a:r>
              <a:rPr lang="en-US" sz="1700"/>
              <a:t>Prepared data for visualization and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/>
              <a:t>EV Growth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FDB6E-13D9-8ECF-8993-C10BACB4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5" y="1304144"/>
            <a:ext cx="8410209" cy="5017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6B6F9-FD4C-FEBE-1DF3-1F819BDE2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23" y="499915"/>
            <a:ext cx="6453086" cy="3855719"/>
          </a:xfrm>
          <a:prstGeom prst="rect">
            <a:avLst/>
          </a:prstGeom>
          <a:effectLst/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7687" y="4854346"/>
            <a:ext cx="6862012" cy="8680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BEV vs PHEV Comparison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49952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/>
              <a:t>Top Counties by EV Registrations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F5A91-F201-A081-5755-00DF2565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4" y="1480649"/>
            <a:ext cx="8554071" cy="5103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Key Findings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353FF2-CF46-0F25-1EA9-30DB76FD0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1109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Recommendations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9A48F8-409B-8EB6-C528-6C1A1B0CD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452850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This analysis includes several limitations.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Dataset focuses on registration data only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No demographic or income variables included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Charging station availability was not analyzed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Some records may contain missing or incomplete information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06B7BEB-76FF-37B5-6628-ADA8700D3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77" r="27091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92A8BB-07B9-40DB-984F-2CB1A253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DB745-6C26-4B79-9EF2-08E3E4AB9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80B3FE6C-0A59-4114-88CB-3C3172D6A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2835162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08A36-77D4-8D61-AC81-114FC4427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93" y="640082"/>
            <a:ext cx="6371952" cy="2373552"/>
          </a:xfrm>
          <a:prstGeom prst="rect">
            <a:avLst/>
          </a:prstGeom>
          <a:effectLst/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DA3A238-516A-4076-B3C2-230D913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36999"/>
            <a:ext cx="9143771" cy="3721001"/>
          </a:xfrm>
          <a:custGeom>
            <a:avLst/>
            <a:gdLst>
              <a:gd name="connsiteX0" fmla="*/ 1 w 12191696"/>
              <a:gd name="connsiteY0" fmla="*/ 0 h 3721001"/>
              <a:gd name="connsiteX1" fmla="*/ 71932 w 12191696"/>
              <a:gd name="connsiteY1" fmla="*/ 12261 h 3721001"/>
              <a:gd name="connsiteX2" fmla="*/ 282849 w 12191696"/>
              <a:gd name="connsiteY2" fmla="*/ 48342 h 3721001"/>
              <a:gd name="connsiteX3" fmla="*/ 436464 w 12191696"/>
              <a:gd name="connsiteY3" fmla="*/ 73565 h 3721001"/>
              <a:gd name="connsiteX4" fmla="*/ 619339 w 12191696"/>
              <a:gd name="connsiteY4" fmla="*/ 100188 h 3721001"/>
              <a:gd name="connsiteX5" fmla="*/ 836351 w 12191696"/>
              <a:gd name="connsiteY5" fmla="*/ 132066 h 3721001"/>
              <a:gd name="connsiteX6" fmla="*/ 1076528 w 12191696"/>
              <a:gd name="connsiteY6" fmla="*/ 165696 h 3721001"/>
              <a:gd name="connsiteX7" fmla="*/ 1347183 w 12191696"/>
              <a:gd name="connsiteY7" fmla="*/ 201077 h 3721001"/>
              <a:gd name="connsiteX8" fmla="*/ 1642223 w 12191696"/>
              <a:gd name="connsiteY8" fmla="*/ 238560 h 3721001"/>
              <a:gd name="connsiteX9" fmla="*/ 1962864 w 12191696"/>
              <a:gd name="connsiteY9" fmla="*/ 276043 h 3721001"/>
              <a:gd name="connsiteX10" fmla="*/ 2304232 w 12191696"/>
              <a:gd name="connsiteY10" fmla="*/ 314226 h 3721001"/>
              <a:gd name="connsiteX11" fmla="*/ 2672421 w 12191696"/>
              <a:gd name="connsiteY11" fmla="*/ 349608 h 3721001"/>
              <a:gd name="connsiteX12" fmla="*/ 3057678 w 12191696"/>
              <a:gd name="connsiteY12" fmla="*/ 383588 h 3721001"/>
              <a:gd name="connsiteX13" fmla="*/ 3464881 w 12191696"/>
              <a:gd name="connsiteY13" fmla="*/ 414415 h 3721001"/>
              <a:gd name="connsiteX14" fmla="*/ 3889152 w 12191696"/>
              <a:gd name="connsiteY14" fmla="*/ 443841 h 3721001"/>
              <a:gd name="connsiteX15" fmla="*/ 4331710 w 12191696"/>
              <a:gd name="connsiteY15" fmla="*/ 471515 h 3721001"/>
              <a:gd name="connsiteX16" fmla="*/ 4558476 w 12191696"/>
              <a:gd name="connsiteY16" fmla="*/ 481324 h 3721001"/>
              <a:gd name="connsiteX17" fmla="*/ 4790118 w 12191696"/>
              <a:gd name="connsiteY17" fmla="*/ 492183 h 3721001"/>
              <a:gd name="connsiteX18" fmla="*/ 5025418 w 12191696"/>
              <a:gd name="connsiteY18" fmla="*/ 502342 h 3721001"/>
              <a:gd name="connsiteX19" fmla="*/ 5261937 w 12191696"/>
              <a:gd name="connsiteY19" fmla="*/ 508998 h 3721001"/>
              <a:gd name="connsiteX20" fmla="*/ 5503333 w 12191696"/>
              <a:gd name="connsiteY20" fmla="*/ 514953 h 3721001"/>
              <a:gd name="connsiteX21" fmla="*/ 5747166 w 12191696"/>
              <a:gd name="connsiteY21" fmla="*/ 521259 h 3721001"/>
              <a:gd name="connsiteX22" fmla="*/ 5995877 w 12191696"/>
              <a:gd name="connsiteY22" fmla="*/ 525462 h 3721001"/>
              <a:gd name="connsiteX23" fmla="*/ 6247026 w 12191696"/>
              <a:gd name="connsiteY23" fmla="*/ 525462 h 3721001"/>
              <a:gd name="connsiteX24" fmla="*/ 6500613 w 12191696"/>
              <a:gd name="connsiteY24" fmla="*/ 527564 h 3721001"/>
              <a:gd name="connsiteX25" fmla="*/ 6756639 w 12191696"/>
              <a:gd name="connsiteY25" fmla="*/ 525462 h 3721001"/>
              <a:gd name="connsiteX26" fmla="*/ 7016322 w 12191696"/>
              <a:gd name="connsiteY26" fmla="*/ 521259 h 3721001"/>
              <a:gd name="connsiteX27" fmla="*/ 7276005 w 12191696"/>
              <a:gd name="connsiteY27" fmla="*/ 517405 h 3721001"/>
              <a:gd name="connsiteX28" fmla="*/ 7539345 w 12191696"/>
              <a:gd name="connsiteY28" fmla="*/ 508998 h 3721001"/>
              <a:gd name="connsiteX29" fmla="*/ 7805124 w 12191696"/>
              <a:gd name="connsiteY29" fmla="*/ 500240 h 3721001"/>
              <a:gd name="connsiteX30" fmla="*/ 8070903 w 12191696"/>
              <a:gd name="connsiteY30" fmla="*/ 490081 h 3721001"/>
              <a:gd name="connsiteX31" fmla="*/ 8339121 w 12191696"/>
              <a:gd name="connsiteY31" fmla="*/ 475719 h 3721001"/>
              <a:gd name="connsiteX32" fmla="*/ 8609776 w 12191696"/>
              <a:gd name="connsiteY32" fmla="*/ 458554 h 3721001"/>
              <a:gd name="connsiteX33" fmla="*/ 8881651 w 12191696"/>
              <a:gd name="connsiteY33" fmla="*/ 442089 h 3721001"/>
              <a:gd name="connsiteX34" fmla="*/ 9153526 w 12191696"/>
              <a:gd name="connsiteY34" fmla="*/ 421071 h 3721001"/>
              <a:gd name="connsiteX35" fmla="*/ 9429058 w 12191696"/>
              <a:gd name="connsiteY35" fmla="*/ 395848 h 3721001"/>
              <a:gd name="connsiteX36" fmla="*/ 9700933 w 12191696"/>
              <a:gd name="connsiteY36" fmla="*/ 370626 h 3721001"/>
              <a:gd name="connsiteX37" fmla="*/ 9977684 w 12191696"/>
              <a:gd name="connsiteY37" fmla="*/ 341551 h 3721001"/>
              <a:gd name="connsiteX38" fmla="*/ 10255655 w 12191696"/>
              <a:gd name="connsiteY38" fmla="*/ 309672 h 3721001"/>
              <a:gd name="connsiteX39" fmla="*/ 10529968 w 12191696"/>
              <a:gd name="connsiteY39" fmla="*/ 276043 h 3721001"/>
              <a:gd name="connsiteX40" fmla="*/ 10807939 w 12191696"/>
              <a:gd name="connsiteY40" fmla="*/ 236808 h 3721001"/>
              <a:gd name="connsiteX41" fmla="*/ 11084690 w 12191696"/>
              <a:gd name="connsiteY41" fmla="*/ 194771 h 3721001"/>
              <a:gd name="connsiteX42" fmla="*/ 11362661 w 12191696"/>
              <a:gd name="connsiteY42" fmla="*/ 153085 h 3721001"/>
              <a:gd name="connsiteX43" fmla="*/ 11639412 w 12191696"/>
              <a:gd name="connsiteY43" fmla="*/ 104392 h 3721001"/>
              <a:gd name="connsiteX44" fmla="*/ 11914945 w 12191696"/>
              <a:gd name="connsiteY44" fmla="*/ 54648 h 3721001"/>
              <a:gd name="connsiteX45" fmla="*/ 12191696 w 12191696"/>
              <a:gd name="connsiteY45" fmla="*/ 2452 h 3721001"/>
              <a:gd name="connsiteX46" fmla="*/ 12191696 w 12191696"/>
              <a:gd name="connsiteY46" fmla="*/ 2802467 h 3721001"/>
              <a:gd name="connsiteX47" fmla="*/ 12191695 w 12191696"/>
              <a:gd name="connsiteY47" fmla="*/ 2802467 h 3721001"/>
              <a:gd name="connsiteX48" fmla="*/ 12191695 w 12191696"/>
              <a:gd name="connsiteY48" fmla="*/ 3721001 h 3721001"/>
              <a:gd name="connsiteX49" fmla="*/ 0 w 12191696"/>
              <a:gd name="connsiteY49" fmla="*/ 3721001 h 3721001"/>
              <a:gd name="connsiteX50" fmla="*/ 0 w 12191696"/>
              <a:gd name="connsiteY50" fmla="*/ 2233825 h 3721001"/>
              <a:gd name="connsiteX51" fmla="*/ 1 w 12191696"/>
              <a:gd name="connsiteY51" fmla="*/ 2233825 h 372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721001">
                <a:moveTo>
                  <a:pt x="1" y="0"/>
                </a:moveTo>
                <a:lnTo>
                  <a:pt x="71932" y="12261"/>
                </a:lnTo>
                <a:lnTo>
                  <a:pt x="282849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721001"/>
                </a:lnTo>
                <a:lnTo>
                  <a:pt x="0" y="3721001"/>
                </a:lnTo>
                <a:lnTo>
                  <a:pt x="0" y="2233825"/>
                </a:lnTo>
                <a:lnTo>
                  <a:pt x="1" y="22338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686" y="3928983"/>
            <a:ext cx="6887209" cy="179339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EBEBEB"/>
                </a:solidFill>
              </a:rP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687" y="5722374"/>
            <a:ext cx="6887208" cy="48792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Thank you for your time.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31</TotalTime>
  <Words>317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Electric Vehicle Adoption Trends in Washington State</vt:lpstr>
      <vt:lpstr>Project Objective</vt:lpstr>
      <vt:lpstr>Questions to explore:</vt:lpstr>
      <vt:lpstr>Dataset Overview</vt:lpstr>
      <vt:lpstr>Data Cleaning &amp; Preparation</vt:lpstr>
      <vt:lpstr>PowerPoint Presentation</vt:lpstr>
      <vt:lpstr>PowerPoint Presentation</vt:lpstr>
      <vt:lpstr>PowerPoint Presentation</vt:lpstr>
      <vt:lpstr>Key Findings</vt:lpstr>
      <vt:lpstr>Recommendations</vt:lpstr>
      <vt:lpstr>Limitations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Rosario</cp:lastModifiedBy>
  <cp:revision>3</cp:revision>
  <dcterms:created xsi:type="dcterms:W3CDTF">2013-01-27T09:14:16Z</dcterms:created>
  <dcterms:modified xsi:type="dcterms:W3CDTF">2026-05-17T12:11:51Z</dcterms:modified>
  <cp:category/>
</cp:coreProperties>
</file>