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9" r:id="rId5"/>
    <p:sldId id="258" r:id="rId6"/>
    <p:sldId id="273" r:id="rId7"/>
    <p:sldId id="261" r:id="rId8"/>
    <p:sldId id="269" r:id="rId9"/>
    <p:sldId id="263" r:id="rId10"/>
    <p:sldId id="264" r:id="rId11"/>
    <p:sldId id="268" r:id="rId12"/>
    <p:sldId id="270" r:id="rId13"/>
    <p:sldId id="271" r:id="rId14"/>
    <p:sldId id="272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30"/>
  </p:normalViewPr>
  <p:slideViewPr>
    <p:cSldViewPr snapToGrid="0">
      <p:cViewPr varScale="1">
        <p:scale>
          <a:sx n="51" d="100"/>
          <a:sy n="51" d="100"/>
        </p:scale>
        <p:origin x="138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BC165-984C-C9D9-C2D7-367C582A7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057375"/>
            <a:ext cx="9144000" cy="766770"/>
          </a:xfrm>
        </p:spPr>
        <p:txBody>
          <a:bodyPr anchor="ctr" anchorCtr="0">
            <a:normAutofit/>
          </a:bodyPr>
          <a:lstStyle>
            <a:lvl1pPr algn="ctr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3B7713-E699-E221-4093-7616AD016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57700" y="6272308"/>
            <a:ext cx="3276600" cy="380999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 cap="all" spc="200" baseline="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20F550F-476A-0EA6-B249-99BA6B35E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351534" y="617839"/>
            <a:ext cx="7488932" cy="4192760"/>
          </a:xfrm>
          <a:custGeom>
            <a:avLst/>
            <a:gdLst>
              <a:gd name="connsiteX0" fmla="*/ 3744466 w 7488932"/>
              <a:gd name="connsiteY0" fmla="*/ 0 h 4192760"/>
              <a:gd name="connsiteX1" fmla="*/ 7488932 w 7488932"/>
              <a:gd name="connsiteY1" fmla="*/ 3744466 h 4192760"/>
              <a:gd name="connsiteX2" fmla="*/ 7469600 w 7488932"/>
              <a:gd name="connsiteY2" fmla="*/ 4127316 h 4192760"/>
              <a:gd name="connsiteX3" fmla="*/ 7461284 w 7488932"/>
              <a:gd name="connsiteY3" fmla="*/ 4192760 h 4192760"/>
              <a:gd name="connsiteX4" fmla="*/ 27649 w 7488932"/>
              <a:gd name="connsiteY4" fmla="*/ 4192760 h 4192760"/>
              <a:gd name="connsiteX5" fmla="*/ 19333 w 7488932"/>
              <a:gd name="connsiteY5" fmla="*/ 4127316 h 4192760"/>
              <a:gd name="connsiteX6" fmla="*/ 0 w 7488932"/>
              <a:gd name="connsiteY6" fmla="*/ 3744466 h 4192760"/>
              <a:gd name="connsiteX7" fmla="*/ 3744466 w 7488932"/>
              <a:gd name="connsiteY7" fmla="*/ 0 h 4192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88932" h="4192760">
                <a:moveTo>
                  <a:pt x="3744466" y="0"/>
                </a:moveTo>
                <a:cubicBezTo>
                  <a:pt x="5812477" y="0"/>
                  <a:pt x="7488932" y="1676455"/>
                  <a:pt x="7488932" y="3744466"/>
                </a:cubicBezTo>
                <a:cubicBezTo>
                  <a:pt x="7488932" y="3873717"/>
                  <a:pt x="7482383" y="4001438"/>
                  <a:pt x="7469600" y="4127316"/>
                </a:cubicBezTo>
                <a:lnTo>
                  <a:pt x="7461284" y="4192760"/>
                </a:lnTo>
                <a:lnTo>
                  <a:pt x="27649" y="4192760"/>
                </a:lnTo>
                <a:lnTo>
                  <a:pt x="19333" y="4127316"/>
                </a:lnTo>
                <a:cubicBezTo>
                  <a:pt x="6549" y="4001438"/>
                  <a:pt x="0" y="3873717"/>
                  <a:pt x="0" y="3744466"/>
                </a:cubicBezTo>
                <a:cubicBezTo>
                  <a:pt x="0" y="1676455"/>
                  <a:pt x="1676455" y="0"/>
                  <a:pt x="374446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AD4B9F4-F221-8A54-A7B0-BAF24B724EC3}"/>
              </a:ext>
            </a:extLst>
          </p:cNvPr>
          <p:cNvCxnSpPr>
            <a:cxnSpLocks/>
          </p:cNvCxnSpPr>
          <p:nvPr userDrawn="1"/>
        </p:nvCxnSpPr>
        <p:spPr>
          <a:xfrm>
            <a:off x="0" y="6070921"/>
            <a:ext cx="121920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7754B27-230E-1366-BC01-719B10688C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74320" y="6272308"/>
            <a:ext cx="3276601" cy="38099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400" cap="all" spc="200" baseline="0">
                <a:solidFill>
                  <a:schemeClr val="accent3"/>
                </a:solidFill>
              </a:defRPr>
            </a:lvl1pPr>
            <a:lvl2pPr marL="457200" indent="0">
              <a:buNone/>
              <a:defRPr sz="1200">
                <a:solidFill>
                  <a:schemeClr val="accent3"/>
                </a:solidFill>
              </a:defRPr>
            </a:lvl2pPr>
            <a:lvl3pPr marL="914400" indent="0">
              <a:buNone/>
              <a:defRPr sz="1100">
                <a:solidFill>
                  <a:schemeClr val="accent3"/>
                </a:solidFill>
              </a:defRPr>
            </a:lvl3pPr>
            <a:lvl4pPr marL="1371600" indent="0">
              <a:buNone/>
              <a:defRPr sz="1050">
                <a:solidFill>
                  <a:schemeClr val="accent3"/>
                </a:solidFill>
              </a:defRPr>
            </a:lvl4pPr>
            <a:lvl5pPr marL="1828800" indent="0">
              <a:buNone/>
              <a:defRPr sz="105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E75E887E-670B-6E9A-7F78-405A555BBC5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639499" y="6272308"/>
            <a:ext cx="3276601" cy="380998"/>
          </a:xfrm>
        </p:spPr>
        <p:txBody>
          <a:bodyPr anchor="ctr" anchorCtr="0">
            <a:normAutofit/>
          </a:bodyPr>
          <a:lstStyle>
            <a:lvl1pPr marL="0" indent="0" algn="r">
              <a:buNone/>
              <a:defRPr sz="1400" cap="all" spc="200" baseline="0">
                <a:solidFill>
                  <a:schemeClr val="accent3"/>
                </a:solidFill>
              </a:defRPr>
            </a:lvl1pPr>
            <a:lvl2pPr marL="457200" indent="0">
              <a:buNone/>
              <a:defRPr sz="1200">
                <a:solidFill>
                  <a:schemeClr val="accent3"/>
                </a:solidFill>
              </a:defRPr>
            </a:lvl2pPr>
            <a:lvl3pPr marL="914400" indent="0">
              <a:buNone/>
              <a:defRPr sz="1100">
                <a:solidFill>
                  <a:schemeClr val="accent3"/>
                </a:solidFill>
              </a:defRPr>
            </a:lvl3pPr>
            <a:lvl4pPr marL="1371600" indent="0">
              <a:buNone/>
              <a:defRPr sz="1050">
                <a:solidFill>
                  <a:schemeClr val="accent3"/>
                </a:solidFill>
              </a:defRPr>
            </a:lvl4pPr>
            <a:lvl5pPr marL="1828800" indent="0">
              <a:buNone/>
              <a:defRPr sz="105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0828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48E3D-502C-0323-6000-1E81BC4C6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841" y="1240770"/>
            <a:ext cx="5946559" cy="71866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CFA65-2551-98F4-3961-2D7F0AC7E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5224456" cy="13716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EB1871D3-ABB4-91B0-03ED-1305C0AD0A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30875" y="4139521"/>
            <a:ext cx="2865181" cy="1932668"/>
          </a:xfrm>
          <a:blipFill dpi="0" rotWithShape="1">
            <a:blip r:embed="rId2">
              <a:alphaModFix amt="60000"/>
            </a:blip>
            <a:srcRect/>
            <a:stretch>
              <a:fillRect l="-1" t="-158008" r="-32552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33FC98-5213-2C36-C150-F280E0833A41}"/>
              </a:ext>
            </a:extLst>
          </p:cNvPr>
          <p:cNvSpPr/>
          <p:nvPr userDrawn="1"/>
        </p:nvSpPr>
        <p:spPr>
          <a:xfrm>
            <a:off x="7391400" y="0"/>
            <a:ext cx="4800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F594C18A-C035-4DCC-1DE9-4B3FDBFF5BE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76690" y="772911"/>
            <a:ext cx="3253310" cy="5299278"/>
          </a:xfrm>
          <a:blipFill dpi="0" rotWithShape="1">
            <a:blip r:embed="rId2">
              <a:alphaModFix amt="60000"/>
            </a:blip>
            <a:srcRect/>
            <a:stretch>
              <a:fillRect l="-119774" t="-2681" r="-200824" b="-2925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8D4C40-7E17-3FDD-0680-E770B1D9A455}"/>
              </a:ext>
            </a:extLst>
          </p:cNvPr>
          <p:cNvCxnSpPr>
            <a:cxnSpLocks/>
          </p:cNvCxnSpPr>
          <p:nvPr userDrawn="1"/>
        </p:nvCxnSpPr>
        <p:spPr>
          <a:xfrm>
            <a:off x="0" y="759170"/>
            <a:ext cx="7397496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995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A33F7BFA-5D95-D8D2-FB1C-253C08343646}"/>
              </a:ext>
            </a:extLst>
          </p:cNvPr>
          <p:cNvSpPr/>
          <p:nvPr userDrawn="1"/>
        </p:nvSpPr>
        <p:spPr>
          <a:xfrm>
            <a:off x="1847482" y="2098949"/>
            <a:ext cx="1886310" cy="2799936"/>
          </a:xfrm>
          <a:custGeom>
            <a:avLst/>
            <a:gdLst>
              <a:gd name="connsiteX0" fmla="*/ 943155 w 1886310"/>
              <a:gd name="connsiteY0" fmla="*/ 0 h 2799936"/>
              <a:gd name="connsiteX1" fmla="*/ 1886310 w 1886310"/>
              <a:gd name="connsiteY1" fmla="*/ 943155 h 2799936"/>
              <a:gd name="connsiteX2" fmla="*/ 1886309 w 1886310"/>
              <a:gd name="connsiteY2" fmla="*/ 1091911 h 2799936"/>
              <a:gd name="connsiteX3" fmla="*/ 1884986 w 1886310"/>
              <a:gd name="connsiteY3" fmla="*/ 1118111 h 2799936"/>
              <a:gd name="connsiteX4" fmla="*/ 1884986 w 1886310"/>
              <a:gd name="connsiteY4" fmla="*/ 2799936 h 2799936"/>
              <a:gd name="connsiteX5" fmla="*/ 1322 w 1886310"/>
              <a:gd name="connsiteY5" fmla="*/ 2799936 h 2799936"/>
              <a:gd name="connsiteX6" fmla="*/ 1322 w 1886310"/>
              <a:gd name="connsiteY6" fmla="*/ 1118090 h 2799936"/>
              <a:gd name="connsiteX7" fmla="*/ 0 w 1886310"/>
              <a:gd name="connsiteY7" fmla="*/ 1091910 h 2799936"/>
              <a:gd name="connsiteX8" fmla="*/ 0 w 1886310"/>
              <a:gd name="connsiteY8" fmla="*/ 943155 h 2799936"/>
              <a:gd name="connsiteX9" fmla="*/ 943155 w 1886310"/>
              <a:gd name="connsiteY9" fmla="*/ 0 h 2799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86310" h="2799936">
                <a:moveTo>
                  <a:pt x="943155" y="0"/>
                </a:moveTo>
                <a:cubicBezTo>
                  <a:pt x="1464045" y="0"/>
                  <a:pt x="1886310" y="422265"/>
                  <a:pt x="1886310" y="943155"/>
                </a:cubicBezTo>
                <a:cubicBezTo>
                  <a:pt x="1886310" y="992740"/>
                  <a:pt x="1886309" y="1042326"/>
                  <a:pt x="1886309" y="1091911"/>
                </a:cubicBezTo>
                <a:lnTo>
                  <a:pt x="1884986" y="1118111"/>
                </a:lnTo>
                <a:lnTo>
                  <a:pt x="1884986" y="2799936"/>
                </a:lnTo>
                <a:lnTo>
                  <a:pt x="1322" y="2799936"/>
                </a:lnTo>
                <a:lnTo>
                  <a:pt x="1322" y="1118090"/>
                </a:lnTo>
                <a:lnTo>
                  <a:pt x="0" y="1091910"/>
                </a:lnTo>
                <a:lnTo>
                  <a:pt x="0" y="943155"/>
                </a:lnTo>
                <a:cubicBezTo>
                  <a:pt x="0" y="422265"/>
                  <a:pt x="422265" y="0"/>
                  <a:pt x="943155" y="0"/>
                </a:cubicBez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5322AD20-AEAD-AC24-16F7-38B737125473}"/>
              </a:ext>
            </a:extLst>
          </p:cNvPr>
          <p:cNvSpPr/>
          <p:nvPr userDrawn="1"/>
        </p:nvSpPr>
        <p:spPr>
          <a:xfrm>
            <a:off x="8858336" y="2098949"/>
            <a:ext cx="1886310" cy="2799936"/>
          </a:xfrm>
          <a:custGeom>
            <a:avLst/>
            <a:gdLst>
              <a:gd name="connsiteX0" fmla="*/ 943155 w 1886310"/>
              <a:gd name="connsiteY0" fmla="*/ 0 h 2799936"/>
              <a:gd name="connsiteX1" fmla="*/ 1886310 w 1886310"/>
              <a:gd name="connsiteY1" fmla="*/ 943155 h 2799936"/>
              <a:gd name="connsiteX2" fmla="*/ 1886309 w 1886310"/>
              <a:gd name="connsiteY2" fmla="*/ 1091911 h 2799936"/>
              <a:gd name="connsiteX3" fmla="*/ 1884986 w 1886310"/>
              <a:gd name="connsiteY3" fmla="*/ 1118111 h 2799936"/>
              <a:gd name="connsiteX4" fmla="*/ 1884986 w 1886310"/>
              <a:gd name="connsiteY4" fmla="*/ 2799936 h 2799936"/>
              <a:gd name="connsiteX5" fmla="*/ 1322 w 1886310"/>
              <a:gd name="connsiteY5" fmla="*/ 2799936 h 2799936"/>
              <a:gd name="connsiteX6" fmla="*/ 1322 w 1886310"/>
              <a:gd name="connsiteY6" fmla="*/ 1118090 h 2799936"/>
              <a:gd name="connsiteX7" fmla="*/ 0 w 1886310"/>
              <a:gd name="connsiteY7" fmla="*/ 1091910 h 2799936"/>
              <a:gd name="connsiteX8" fmla="*/ 0 w 1886310"/>
              <a:gd name="connsiteY8" fmla="*/ 943155 h 2799936"/>
              <a:gd name="connsiteX9" fmla="*/ 943155 w 1886310"/>
              <a:gd name="connsiteY9" fmla="*/ 0 h 2799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86310" h="2799936">
                <a:moveTo>
                  <a:pt x="943155" y="0"/>
                </a:moveTo>
                <a:cubicBezTo>
                  <a:pt x="1464045" y="0"/>
                  <a:pt x="1886310" y="422265"/>
                  <a:pt x="1886310" y="943155"/>
                </a:cubicBezTo>
                <a:cubicBezTo>
                  <a:pt x="1886310" y="992740"/>
                  <a:pt x="1886309" y="1042326"/>
                  <a:pt x="1886309" y="1091911"/>
                </a:cubicBezTo>
                <a:lnTo>
                  <a:pt x="1884986" y="1118111"/>
                </a:lnTo>
                <a:lnTo>
                  <a:pt x="1884986" y="2799936"/>
                </a:lnTo>
                <a:lnTo>
                  <a:pt x="1322" y="2799936"/>
                </a:lnTo>
                <a:lnTo>
                  <a:pt x="1322" y="1118090"/>
                </a:lnTo>
                <a:lnTo>
                  <a:pt x="0" y="1091910"/>
                </a:lnTo>
                <a:lnTo>
                  <a:pt x="0" y="943155"/>
                </a:lnTo>
                <a:cubicBezTo>
                  <a:pt x="0" y="422265"/>
                  <a:pt x="422265" y="0"/>
                  <a:pt x="943155" y="0"/>
                </a:cubicBez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920A045A-759D-23C4-C241-C37CE03D64EE}"/>
              </a:ext>
            </a:extLst>
          </p:cNvPr>
          <p:cNvSpPr/>
          <p:nvPr userDrawn="1"/>
        </p:nvSpPr>
        <p:spPr>
          <a:xfrm>
            <a:off x="5335040" y="2098949"/>
            <a:ext cx="1886310" cy="2799936"/>
          </a:xfrm>
          <a:custGeom>
            <a:avLst/>
            <a:gdLst>
              <a:gd name="connsiteX0" fmla="*/ 943155 w 1886310"/>
              <a:gd name="connsiteY0" fmla="*/ 0 h 2799936"/>
              <a:gd name="connsiteX1" fmla="*/ 1886310 w 1886310"/>
              <a:gd name="connsiteY1" fmla="*/ 943155 h 2799936"/>
              <a:gd name="connsiteX2" fmla="*/ 1886309 w 1886310"/>
              <a:gd name="connsiteY2" fmla="*/ 1091911 h 2799936"/>
              <a:gd name="connsiteX3" fmla="*/ 1884986 w 1886310"/>
              <a:gd name="connsiteY3" fmla="*/ 1118111 h 2799936"/>
              <a:gd name="connsiteX4" fmla="*/ 1884986 w 1886310"/>
              <a:gd name="connsiteY4" fmla="*/ 2799936 h 2799936"/>
              <a:gd name="connsiteX5" fmla="*/ 1322 w 1886310"/>
              <a:gd name="connsiteY5" fmla="*/ 2799936 h 2799936"/>
              <a:gd name="connsiteX6" fmla="*/ 1322 w 1886310"/>
              <a:gd name="connsiteY6" fmla="*/ 1118090 h 2799936"/>
              <a:gd name="connsiteX7" fmla="*/ 0 w 1886310"/>
              <a:gd name="connsiteY7" fmla="*/ 1091910 h 2799936"/>
              <a:gd name="connsiteX8" fmla="*/ 0 w 1886310"/>
              <a:gd name="connsiteY8" fmla="*/ 943155 h 2799936"/>
              <a:gd name="connsiteX9" fmla="*/ 943155 w 1886310"/>
              <a:gd name="connsiteY9" fmla="*/ 0 h 2799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86310" h="2799936">
                <a:moveTo>
                  <a:pt x="943155" y="0"/>
                </a:moveTo>
                <a:cubicBezTo>
                  <a:pt x="1464045" y="0"/>
                  <a:pt x="1886310" y="422265"/>
                  <a:pt x="1886310" y="943155"/>
                </a:cubicBezTo>
                <a:cubicBezTo>
                  <a:pt x="1886310" y="992740"/>
                  <a:pt x="1886309" y="1042326"/>
                  <a:pt x="1886309" y="1091911"/>
                </a:cubicBezTo>
                <a:lnTo>
                  <a:pt x="1884986" y="1118111"/>
                </a:lnTo>
                <a:lnTo>
                  <a:pt x="1884986" y="2799936"/>
                </a:lnTo>
                <a:lnTo>
                  <a:pt x="1322" y="2799936"/>
                </a:lnTo>
                <a:lnTo>
                  <a:pt x="1322" y="1118090"/>
                </a:lnTo>
                <a:lnTo>
                  <a:pt x="0" y="1091910"/>
                </a:lnTo>
                <a:lnTo>
                  <a:pt x="0" y="943155"/>
                </a:lnTo>
                <a:cubicBezTo>
                  <a:pt x="0" y="422265"/>
                  <a:pt x="422265" y="0"/>
                  <a:pt x="943155" y="0"/>
                </a:cubicBez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0DA900-79BC-802D-DC95-92173A8E0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0080"/>
            <a:ext cx="10515600" cy="914400"/>
          </a:xfrm>
        </p:spPr>
        <p:txBody>
          <a:bodyPr anchor="ctr" anchorCtr="0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E193E00-FE67-4A55-8027-36C418A8517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678574" y="2182322"/>
            <a:ext cx="1920240" cy="2850300"/>
          </a:xfrm>
          <a:custGeom>
            <a:avLst/>
            <a:gdLst>
              <a:gd name="connsiteX0" fmla="*/ 943155 w 1886310"/>
              <a:gd name="connsiteY0" fmla="*/ 0 h 2799936"/>
              <a:gd name="connsiteX1" fmla="*/ 1886310 w 1886310"/>
              <a:gd name="connsiteY1" fmla="*/ 943155 h 2799936"/>
              <a:gd name="connsiteX2" fmla="*/ 1886309 w 1886310"/>
              <a:gd name="connsiteY2" fmla="*/ 1091911 h 2799936"/>
              <a:gd name="connsiteX3" fmla="*/ 1884986 w 1886310"/>
              <a:gd name="connsiteY3" fmla="*/ 1118111 h 2799936"/>
              <a:gd name="connsiteX4" fmla="*/ 1884986 w 1886310"/>
              <a:gd name="connsiteY4" fmla="*/ 2799936 h 2799936"/>
              <a:gd name="connsiteX5" fmla="*/ 1322 w 1886310"/>
              <a:gd name="connsiteY5" fmla="*/ 2799936 h 2799936"/>
              <a:gd name="connsiteX6" fmla="*/ 1322 w 1886310"/>
              <a:gd name="connsiteY6" fmla="*/ 1118090 h 2799936"/>
              <a:gd name="connsiteX7" fmla="*/ 0 w 1886310"/>
              <a:gd name="connsiteY7" fmla="*/ 1091910 h 2799936"/>
              <a:gd name="connsiteX8" fmla="*/ 0 w 1886310"/>
              <a:gd name="connsiteY8" fmla="*/ 943155 h 2799936"/>
              <a:gd name="connsiteX9" fmla="*/ 943155 w 1886310"/>
              <a:gd name="connsiteY9" fmla="*/ 0 h 2799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86310" h="2799936">
                <a:moveTo>
                  <a:pt x="943155" y="0"/>
                </a:moveTo>
                <a:cubicBezTo>
                  <a:pt x="1464045" y="0"/>
                  <a:pt x="1886310" y="422265"/>
                  <a:pt x="1886310" y="943155"/>
                </a:cubicBezTo>
                <a:cubicBezTo>
                  <a:pt x="1886310" y="992740"/>
                  <a:pt x="1886309" y="1042326"/>
                  <a:pt x="1886309" y="1091911"/>
                </a:cubicBezTo>
                <a:lnTo>
                  <a:pt x="1884986" y="1118111"/>
                </a:lnTo>
                <a:lnTo>
                  <a:pt x="1884986" y="2799936"/>
                </a:lnTo>
                <a:lnTo>
                  <a:pt x="1322" y="2799936"/>
                </a:lnTo>
                <a:lnTo>
                  <a:pt x="1322" y="1118090"/>
                </a:lnTo>
                <a:lnTo>
                  <a:pt x="0" y="1091910"/>
                </a:lnTo>
                <a:lnTo>
                  <a:pt x="0" y="943155"/>
                </a:lnTo>
                <a:cubicBezTo>
                  <a:pt x="0" y="422265"/>
                  <a:pt x="422265" y="0"/>
                  <a:pt x="9431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lang="en-US" dirty="0"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2B2B26D-8274-DCB9-5111-80A911ECA777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211646" y="5092705"/>
            <a:ext cx="2743200" cy="416160"/>
          </a:xfrm>
        </p:spPr>
        <p:txBody>
          <a:bodyPr tIns="0" bIns="0" anchor="b" anchorCtr="0"/>
          <a:lstStyle>
            <a:lvl1pPr marL="0" indent="0" algn="ctr">
              <a:buNone/>
              <a:defRPr sz="1400" b="1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B798D-3066-B038-D858-4E39C1B74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1646" y="5554782"/>
            <a:ext cx="2743200" cy="546100"/>
          </a:xfrm>
        </p:spPr>
        <p:txBody>
          <a:bodyPr tIns="0"/>
          <a:lstStyle>
            <a:lvl1pPr marL="0" indent="0" algn="ctr">
              <a:lnSpc>
                <a:spcPct val="110000"/>
              </a:lnSpc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F1D0115A-0109-0F61-C965-ECF886A8870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5173865" y="2182322"/>
            <a:ext cx="1920240" cy="2850300"/>
          </a:xfrm>
          <a:custGeom>
            <a:avLst/>
            <a:gdLst>
              <a:gd name="connsiteX0" fmla="*/ 943155 w 1886310"/>
              <a:gd name="connsiteY0" fmla="*/ 0 h 2799936"/>
              <a:gd name="connsiteX1" fmla="*/ 1886310 w 1886310"/>
              <a:gd name="connsiteY1" fmla="*/ 943155 h 2799936"/>
              <a:gd name="connsiteX2" fmla="*/ 1886309 w 1886310"/>
              <a:gd name="connsiteY2" fmla="*/ 1091911 h 2799936"/>
              <a:gd name="connsiteX3" fmla="*/ 1884986 w 1886310"/>
              <a:gd name="connsiteY3" fmla="*/ 1118111 h 2799936"/>
              <a:gd name="connsiteX4" fmla="*/ 1884986 w 1886310"/>
              <a:gd name="connsiteY4" fmla="*/ 2799936 h 2799936"/>
              <a:gd name="connsiteX5" fmla="*/ 1322 w 1886310"/>
              <a:gd name="connsiteY5" fmla="*/ 2799936 h 2799936"/>
              <a:gd name="connsiteX6" fmla="*/ 1322 w 1886310"/>
              <a:gd name="connsiteY6" fmla="*/ 1118090 h 2799936"/>
              <a:gd name="connsiteX7" fmla="*/ 0 w 1886310"/>
              <a:gd name="connsiteY7" fmla="*/ 1091910 h 2799936"/>
              <a:gd name="connsiteX8" fmla="*/ 0 w 1886310"/>
              <a:gd name="connsiteY8" fmla="*/ 943155 h 2799936"/>
              <a:gd name="connsiteX9" fmla="*/ 943155 w 1886310"/>
              <a:gd name="connsiteY9" fmla="*/ 0 h 2799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86310" h="2799936">
                <a:moveTo>
                  <a:pt x="943155" y="0"/>
                </a:moveTo>
                <a:cubicBezTo>
                  <a:pt x="1464045" y="0"/>
                  <a:pt x="1886310" y="422265"/>
                  <a:pt x="1886310" y="943155"/>
                </a:cubicBezTo>
                <a:cubicBezTo>
                  <a:pt x="1886310" y="992740"/>
                  <a:pt x="1886309" y="1042326"/>
                  <a:pt x="1886309" y="1091911"/>
                </a:cubicBezTo>
                <a:lnTo>
                  <a:pt x="1884986" y="1118111"/>
                </a:lnTo>
                <a:lnTo>
                  <a:pt x="1884986" y="2799936"/>
                </a:lnTo>
                <a:lnTo>
                  <a:pt x="1322" y="2799936"/>
                </a:lnTo>
                <a:lnTo>
                  <a:pt x="1322" y="1118090"/>
                </a:lnTo>
                <a:lnTo>
                  <a:pt x="0" y="1091910"/>
                </a:lnTo>
                <a:lnTo>
                  <a:pt x="0" y="943155"/>
                </a:lnTo>
                <a:cubicBezTo>
                  <a:pt x="0" y="422265"/>
                  <a:pt x="422265" y="0"/>
                  <a:pt x="9431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0351EC5-0518-FA2A-1E5F-DE1C66982536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724400" y="5088189"/>
            <a:ext cx="2743200" cy="416160"/>
          </a:xfrm>
        </p:spPr>
        <p:txBody>
          <a:bodyPr tIns="0" bIns="0" anchor="b" anchorCtr="0"/>
          <a:lstStyle>
            <a:lvl1pPr marL="0" indent="0" algn="ctr">
              <a:buNone/>
              <a:defRPr sz="1400" b="1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7C9D64-2BA3-6D77-98A6-9758B7EEAC43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4724400" y="5550266"/>
            <a:ext cx="2743200" cy="546100"/>
          </a:xfrm>
        </p:spPr>
        <p:txBody>
          <a:bodyPr tIns="0"/>
          <a:lstStyle>
            <a:lvl1pPr marL="0" indent="0" algn="ctr">
              <a:lnSpc>
                <a:spcPct val="110000"/>
              </a:lnSpc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66B28045-D57D-0D31-81A6-B9D760229446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8689897" y="2182322"/>
            <a:ext cx="1920240" cy="2850300"/>
          </a:xfrm>
          <a:custGeom>
            <a:avLst/>
            <a:gdLst>
              <a:gd name="connsiteX0" fmla="*/ 943155 w 1886310"/>
              <a:gd name="connsiteY0" fmla="*/ 0 h 2799936"/>
              <a:gd name="connsiteX1" fmla="*/ 1886310 w 1886310"/>
              <a:gd name="connsiteY1" fmla="*/ 943155 h 2799936"/>
              <a:gd name="connsiteX2" fmla="*/ 1886309 w 1886310"/>
              <a:gd name="connsiteY2" fmla="*/ 1091911 h 2799936"/>
              <a:gd name="connsiteX3" fmla="*/ 1884986 w 1886310"/>
              <a:gd name="connsiteY3" fmla="*/ 1118111 h 2799936"/>
              <a:gd name="connsiteX4" fmla="*/ 1884986 w 1886310"/>
              <a:gd name="connsiteY4" fmla="*/ 2799936 h 2799936"/>
              <a:gd name="connsiteX5" fmla="*/ 1322 w 1886310"/>
              <a:gd name="connsiteY5" fmla="*/ 2799936 h 2799936"/>
              <a:gd name="connsiteX6" fmla="*/ 1322 w 1886310"/>
              <a:gd name="connsiteY6" fmla="*/ 1118090 h 2799936"/>
              <a:gd name="connsiteX7" fmla="*/ 0 w 1886310"/>
              <a:gd name="connsiteY7" fmla="*/ 1091910 h 2799936"/>
              <a:gd name="connsiteX8" fmla="*/ 0 w 1886310"/>
              <a:gd name="connsiteY8" fmla="*/ 943155 h 2799936"/>
              <a:gd name="connsiteX9" fmla="*/ 943155 w 1886310"/>
              <a:gd name="connsiteY9" fmla="*/ 0 h 2799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86310" h="2799936">
                <a:moveTo>
                  <a:pt x="943155" y="0"/>
                </a:moveTo>
                <a:cubicBezTo>
                  <a:pt x="1464045" y="0"/>
                  <a:pt x="1886310" y="422265"/>
                  <a:pt x="1886310" y="943155"/>
                </a:cubicBezTo>
                <a:cubicBezTo>
                  <a:pt x="1886310" y="992740"/>
                  <a:pt x="1886309" y="1042326"/>
                  <a:pt x="1886309" y="1091911"/>
                </a:cubicBezTo>
                <a:lnTo>
                  <a:pt x="1884986" y="1118111"/>
                </a:lnTo>
                <a:lnTo>
                  <a:pt x="1884986" y="2799936"/>
                </a:lnTo>
                <a:lnTo>
                  <a:pt x="1322" y="2799936"/>
                </a:lnTo>
                <a:lnTo>
                  <a:pt x="1322" y="1118090"/>
                </a:lnTo>
                <a:lnTo>
                  <a:pt x="0" y="1091910"/>
                </a:lnTo>
                <a:lnTo>
                  <a:pt x="0" y="943155"/>
                </a:lnTo>
                <a:cubicBezTo>
                  <a:pt x="0" y="422265"/>
                  <a:pt x="422265" y="0"/>
                  <a:pt x="9431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BA1EDC6-BBBD-8AE2-544A-8736E44528F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8240432" y="5088189"/>
            <a:ext cx="2743200" cy="416160"/>
          </a:xfrm>
        </p:spPr>
        <p:txBody>
          <a:bodyPr tIns="0" bIns="0" anchor="b" anchorCtr="0"/>
          <a:lstStyle>
            <a:lvl1pPr marL="0" indent="0" algn="ctr">
              <a:buNone/>
              <a:defRPr sz="1400" b="1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61973D4-F0B3-1600-E638-8D4FF3B1933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40432" y="5550266"/>
            <a:ext cx="2743200" cy="546100"/>
          </a:xfrm>
        </p:spPr>
        <p:txBody>
          <a:bodyPr tIns="0"/>
          <a:lstStyle>
            <a:lvl1pPr marL="0" indent="0" algn="ctr">
              <a:lnSpc>
                <a:spcPct val="110000"/>
              </a:lnSpc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3469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733FC98-5213-2C36-C150-F280E0833A41}"/>
              </a:ext>
            </a:extLst>
          </p:cNvPr>
          <p:cNvSpPr/>
          <p:nvPr userDrawn="1"/>
        </p:nvSpPr>
        <p:spPr>
          <a:xfrm>
            <a:off x="0" y="3401220"/>
            <a:ext cx="12192000" cy="34567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048E3D-502C-0323-6000-1E81BC4C6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0080"/>
            <a:ext cx="10515600" cy="914400"/>
          </a:xfrm>
        </p:spPr>
        <p:txBody>
          <a:bodyPr anchor="ctr" anchorCtr="0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CFA65-2551-98F4-3961-2D7F0AC7E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0" y="1828800"/>
            <a:ext cx="4572000" cy="1071948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100"/>
            </a:lvl4pPr>
            <a:lvl5pPr marL="1828800" indent="0" algn="ctr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F594C18A-C035-4DCC-1DE9-4B3FDBFF5BE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7240" y="4178461"/>
            <a:ext cx="10637520" cy="1902300"/>
          </a:xfrm>
          <a:blipFill dpi="0" rotWithShape="1">
            <a:blip r:embed="rId2">
              <a:alphaModFix amt="60000"/>
            </a:blip>
            <a:srcRect/>
            <a:stretch>
              <a:fillRect l="-1672" t="-71338" r="-1790" b="-6306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27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733FC98-5213-2C36-C150-F280E0833A41}"/>
              </a:ext>
            </a:extLst>
          </p:cNvPr>
          <p:cNvSpPr/>
          <p:nvPr userDrawn="1"/>
        </p:nvSpPr>
        <p:spPr>
          <a:xfrm>
            <a:off x="0" y="0"/>
            <a:ext cx="4800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048E3D-502C-0323-6000-1E81BC4C6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0" y="640080"/>
            <a:ext cx="4649067" cy="10972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35CACBA2-6C91-9DCC-8FE3-15B56598C66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7240" y="777240"/>
            <a:ext cx="3253310" cy="5299278"/>
          </a:xfrm>
          <a:blipFill dpi="0" rotWithShape="1">
            <a:blip r:embed="rId2">
              <a:alphaModFix amt="60000"/>
            </a:blip>
            <a:srcRect/>
            <a:stretch>
              <a:fillRect l="-119774" t="-2681" r="-200824" b="-2925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CFA65-2551-98F4-3961-2D7F0AC7E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0" y="2217612"/>
            <a:ext cx="4572000" cy="100584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8D4C40-7E17-3FDD-0680-E770B1D9A455}"/>
              </a:ext>
            </a:extLst>
          </p:cNvPr>
          <p:cNvCxnSpPr>
            <a:cxnSpLocks/>
          </p:cNvCxnSpPr>
          <p:nvPr userDrawn="1"/>
        </p:nvCxnSpPr>
        <p:spPr>
          <a:xfrm>
            <a:off x="4800600" y="6071616"/>
            <a:ext cx="73914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212BDDC3-0669-E1B9-95BB-31C36F8F7A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72512" y="3701148"/>
            <a:ext cx="2865181" cy="1929384"/>
          </a:xfrm>
          <a:blipFill dpi="0" rotWithShape="1">
            <a:blip r:embed="rId2">
              <a:alphaModFix amt="60000"/>
            </a:blip>
            <a:srcRect/>
            <a:stretch>
              <a:fillRect l="-1" t="-201532" r="-325522" b="-2754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692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733FC98-5213-2C36-C150-F280E0833A4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048E3D-502C-0323-6000-1E81BC4C6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134" y="640080"/>
            <a:ext cx="4649067" cy="10972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CFA65-2551-98F4-3961-2D7F0AC7E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191293"/>
            <a:ext cx="4649066" cy="393192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BB79EA6-A70E-C007-0964-F59260D0038A}"/>
              </a:ext>
            </a:extLst>
          </p:cNvPr>
          <p:cNvSpPr>
            <a:spLocks noChangeAspect="1"/>
          </p:cNvSpPr>
          <p:nvPr userDrawn="1"/>
        </p:nvSpPr>
        <p:spPr>
          <a:xfrm>
            <a:off x="7645627" y="405036"/>
            <a:ext cx="3598490" cy="5341402"/>
          </a:xfrm>
          <a:custGeom>
            <a:avLst/>
            <a:gdLst>
              <a:gd name="connsiteX0" fmla="*/ 943155 w 1886310"/>
              <a:gd name="connsiteY0" fmla="*/ 0 h 2799936"/>
              <a:gd name="connsiteX1" fmla="*/ 1886310 w 1886310"/>
              <a:gd name="connsiteY1" fmla="*/ 943155 h 2799936"/>
              <a:gd name="connsiteX2" fmla="*/ 1886309 w 1886310"/>
              <a:gd name="connsiteY2" fmla="*/ 1091911 h 2799936"/>
              <a:gd name="connsiteX3" fmla="*/ 1884986 w 1886310"/>
              <a:gd name="connsiteY3" fmla="*/ 1118111 h 2799936"/>
              <a:gd name="connsiteX4" fmla="*/ 1884986 w 1886310"/>
              <a:gd name="connsiteY4" fmla="*/ 2799936 h 2799936"/>
              <a:gd name="connsiteX5" fmla="*/ 1322 w 1886310"/>
              <a:gd name="connsiteY5" fmla="*/ 2799936 h 2799936"/>
              <a:gd name="connsiteX6" fmla="*/ 1322 w 1886310"/>
              <a:gd name="connsiteY6" fmla="*/ 1118090 h 2799936"/>
              <a:gd name="connsiteX7" fmla="*/ 0 w 1886310"/>
              <a:gd name="connsiteY7" fmla="*/ 1091910 h 2799936"/>
              <a:gd name="connsiteX8" fmla="*/ 0 w 1886310"/>
              <a:gd name="connsiteY8" fmla="*/ 943155 h 2799936"/>
              <a:gd name="connsiteX9" fmla="*/ 943155 w 1886310"/>
              <a:gd name="connsiteY9" fmla="*/ 0 h 2799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86310" h="2799936">
                <a:moveTo>
                  <a:pt x="943155" y="0"/>
                </a:moveTo>
                <a:cubicBezTo>
                  <a:pt x="1464045" y="0"/>
                  <a:pt x="1886310" y="422265"/>
                  <a:pt x="1886310" y="943155"/>
                </a:cubicBezTo>
                <a:cubicBezTo>
                  <a:pt x="1886310" y="992740"/>
                  <a:pt x="1886309" y="1042326"/>
                  <a:pt x="1886309" y="1091911"/>
                </a:cubicBezTo>
                <a:lnTo>
                  <a:pt x="1884986" y="1118111"/>
                </a:lnTo>
                <a:lnTo>
                  <a:pt x="1884986" y="2799936"/>
                </a:lnTo>
                <a:lnTo>
                  <a:pt x="1322" y="2799936"/>
                </a:lnTo>
                <a:lnTo>
                  <a:pt x="1322" y="1118090"/>
                </a:lnTo>
                <a:lnTo>
                  <a:pt x="0" y="1091910"/>
                </a:lnTo>
                <a:lnTo>
                  <a:pt x="0" y="943155"/>
                </a:lnTo>
                <a:cubicBezTo>
                  <a:pt x="0" y="422265"/>
                  <a:pt x="422265" y="0"/>
                  <a:pt x="943155" y="0"/>
                </a:cubicBez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7EB0685-98D7-BAA2-0081-5090F35374F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03534" y="570924"/>
            <a:ext cx="3702720" cy="5496116"/>
          </a:xfrm>
          <a:custGeom>
            <a:avLst/>
            <a:gdLst>
              <a:gd name="connsiteX0" fmla="*/ 943155 w 1886310"/>
              <a:gd name="connsiteY0" fmla="*/ 0 h 2799936"/>
              <a:gd name="connsiteX1" fmla="*/ 1886310 w 1886310"/>
              <a:gd name="connsiteY1" fmla="*/ 943155 h 2799936"/>
              <a:gd name="connsiteX2" fmla="*/ 1886309 w 1886310"/>
              <a:gd name="connsiteY2" fmla="*/ 1091911 h 2799936"/>
              <a:gd name="connsiteX3" fmla="*/ 1884986 w 1886310"/>
              <a:gd name="connsiteY3" fmla="*/ 1118111 h 2799936"/>
              <a:gd name="connsiteX4" fmla="*/ 1884986 w 1886310"/>
              <a:gd name="connsiteY4" fmla="*/ 2799936 h 2799936"/>
              <a:gd name="connsiteX5" fmla="*/ 1322 w 1886310"/>
              <a:gd name="connsiteY5" fmla="*/ 2799936 h 2799936"/>
              <a:gd name="connsiteX6" fmla="*/ 1322 w 1886310"/>
              <a:gd name="connsiteY6" fmla="*/ 1118090 h 2799936"/>
              <a:gd name="connsiteX7" fmla="*/ 0 w 1886310"/>
              <a:gd name="connsiteY7" fmla="*/ 1091910 h 2799936"/>
              <a:gd name="connsiteX8" fmla="*/ 0 w 1886310"/>
              <a:gd name="connsiteY8" fmla="*/ 943155 h 2799936"/>
              <a:gd name="connsiteX9" fmla="*/ 943155 w 1886310"/>
              <a:gd name="connsiteY9" fmla="*/ 0 h 2799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86310" h="2799936">
                <a:moveTo>
                  <a:pt x="943155" y="0"/>
                </a:moveTo>
                <a:cubicBezTo>
                  <a:pt x="1464045" y="0"/>
                  <a:pt x="1886310" y="422265"/>
                  <a:pt x="1886310" y="943155"/>
                </a:cubicBezTo>
                <a:cubicBezTo>
                  <a:pt x="1886310" y="992740"/>
                  <a:pt x="1886309" y="1042326"/>
                  <a:pt x="1886309" y="1091911"/>
                </a:cubicBezTo>
                <a:lnTo>
                  <a:pt x="1884986" y="1118111"/>
                </a:lnTo>
                <a:lnTo>
                  <a:pt x="1884986" y="2799936"/>
                </a:lnTo>
                <a:lnTo>
                  <a:pt x="1322" y="2799936"/>
                </a:lnTo>
                <a:lnTo>
                  <a:pt x="1322" y="1118090"/>
                </a:lnTo>
                <a:lnTo>
                  <a:pt x="0" y="1091910"/>
                </a:lnTo>
                <a:lnTo>
                  <a:pt x="0" y="943155"/>
                </a:lnTo>
                <a:cubicBezTo>
                  <a:pt x="0" y="422265"/>
                  <a:pt x="422265" y="0"/>
                  <a:pt x="9431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304805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AF8AF9-0297-F101-11FA-B63F741C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656" y="640080"/>
            <a:ext cx="2807949" cy="2490932"/>
          </a:xfrm>
        </p:spPr>
        <p:txBody>
          <a:bodyPr anchor="t"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33FC98-5213-2C36-C150-F280E0833A41}"/>
              </a:ext>
            </a:extLst>
          </p:cNvPr>
          <p:cNvSpPr/>
          <p:nvPr userDrawn="1"/>
        </p:nvSpPr>
        <p:spPr>
          <a:xfrm>
            <a:off x="4105834" y="0"/>
            <a:ext cx="808616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43C38C7-7C35-8207-D64B-2947403A8534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76656" y="3602234"/>
            <a:ext cx="2807949" cy="2505956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0" indent="0">
              <a:buNone/>
              <a:defRPr sz="1400"/>
            </a:lvl2pPr>
            <a:lvl3pPr marL="0" indent="0">
              <a:buNone/>
              <a:defRPr sz="1200"/>
            </a:lvl3pPr>
            <a:lvl4pPr marL="0" indent="0">
              <a:buNone/>
              <a:defRPr sz="1100"/>
            </a:lvl4pPr>
            <a:lvl5pPr marL="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F594C18A-C035-4DCC-1DE9-4B3FDBFF5BE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58870" y="749807"/>
            <a:ext cx="6578749" cy="2490933"/>
          </a:xfrm>
          <a:blipFill dpi="0" rotWithShape="1">
            <a:blip r:embed="rId2">
              <a:alphaModFix amt="60000"/>
            </a:blip>
            <a:srcRect/>
            <a:stretch>
              <a:fillRect l="-620" t="-4122" r="-950" b="-456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2E481238-F299-933C-F230-0A7040BD8DB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858870" y="3617257"/>
            <a:ext cx="1959513" cy="2490933"/>
          </a:xfrm>
          <a:blipFill dpi="0" rotWithShape="1">
            <a:blip r:embed="rId2">
              <a:alphaModFix amt="60000"/>
            </a:blip>
            <a:srcRect/>
            <a:stretch>
              <a:fillRect l="-119774" t="-31574" r="-200824" b="-374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  <a:p>
            <a:endParaRPr lang="en-US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2E55444A-CDCB-BE89-BCD4-B42B0BFEA0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68488" y="3617258"/>
            <a:ext cx="1959513" cy="2490933"/>
          </a:xfrm>
          <a:blipFill dpi="0" rotWithShape="1">
            <a:blip r:embed="rId2">
              <a:alphaModFix amt="60000"/>
            </a:blip>
            <a:srcRect/>
            <a:stretch>
              <a:fillRect l="-119774" t="-31574" r="-200824" b="-374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E2317B7-D8AD-BAB3-DF32-DC95E5C8399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478106" y="3617259"/>
            <a:ext cx="1959513" cy="2490933"/>
          </a:xfrm>
          <a:blipFill dpi="0" rotWithShape="1">
            <a:blip r:embed="rId2">
              <a:alphaModFix amt="60000"/>
            </a:blip>
            <a:srcRect/>
            <a:stretch>
              <a:fillRect l="-119774" t="-31574" r="-200824" b="-374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44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2 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733FC98-5213-2C36-C150-F280E0833A4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048E3D-502C-0323-6000-1E81BC4C6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656" y="640080"/>
            <a:ext cx="4090450" cy="1686988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CFA65-2551-98F4-3961-2D7F0AC7E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691670"/>
            <a:ext cx="4090450" cy="2651760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F594C18A-C035-4DCC-1DE9-4B3FDBFF5BE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66927" y="772913"/>
            <a:ext cx="4554146" cy="2461175"/>
          </a:xfrm>
          <a:blipFill dpi="0" rotWithShape="1">
            <a:blip r:embed="rId2">
              <a:alphaModFix amt="60000"/>
            </a:blip>
            <a:srcRect/>
            <a:stretch>
              <a:fillRect l="-27464" t="-10034" r="-22762" b="-365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4FE000A-C6C2-CC6D-5420-397E59332BB7}"/>
              </a:ext>
            </a:extLst>
          </p:cNvPr>
          <p:cNvCxnSpPr>
            <a:cxnSpLocks/>
          </p:cNvCxnSpPr>
          <p:nvPr userDrawn="1"/>
        </p:nvCxnSpPr>
        <p:spPr>
          <a:xfrm>
            <a:off x="0" y="6071616"/>
            <a:ext cx="6096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FA66F213-A6D3-EB8C-73CF-114E1C6D7F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66927" y="3610441"/>
            <a:ext cx="4554146" cy="2461175"/>
          </a:xfrm>
          <a:blipFill dpi="0" rotWithShape="1">
            <a:blip r:embed="rId2">
              <a:alphaModFix amt="60000"/>
            </a:blip>
            <a:srcRect/>
            <a:stretch>
              <a:fillRect l="-27464" t="-10034" r="-22762" b="-365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589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BC165-984C-C9D9-C2D7-367C582A7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0080"/>
            <a:ext cx="9144000" cy="76677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3B7713-E699-E221-4093-7616AD016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5600" y="1738467"/>
            <a:ext cx="6400800" cy="64008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 cap="none" spc="0" baseline="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20F550F-476A-0EA6-B249-99BA6B35E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493290" y="2878667"/>
            <a:ext cx="7205421" cy="3979332"/>
          </a:xfrm>
          <a:custGeom>
            <a:avLst/>
            <a:gdLst>
              <a:gd name="connsiteX0" fmla="*/ 3744466 w 7488932"/>
              <a:gd name="connsiteY0" fmla="*/ 0 h 4192760"/>
              <a:gd name="connsiteX1" fmla="*/ 7488932 w 7488932"/>
              <a:gd name="connsiteY1" fmla="*/ 3744466 h 4192760"/>
              <a:gd name="connsiteX2" fmla="*/ 7469600 w 7488932"/>
              <a:gd name="connsiteY2" fmla="*/ 4127316 h 4192760"/>
              <a:gd name="connsiteX3" fmla="*/ 7461284 w 7488932"/>
              <a:gd name="connsiteY3" fmla="*/ 4192760 h 4192760"/>
              <a:gd name="connsiteX4" fmla="*/ 27649 w 7488932"/>
              <a:gd name="connsiteY4" fmla="*/ 4192760 h 4192760"/>
              <a:gd name="connsiteX5" fmla="*/ 19333 w 7488932"/>
              <a:gd name="connsiteY5" fmla="*/ 4127316 h 4192760"/>
              <a:gd name="connsiteX6" fmla="*/ 0 w 7488932"/>
              <a:gd name="connsiteY6" fmla="*/ 3744466 h 4192760"/>
              <a:gd name="connsiteX7" fmla="*/ 3744466 w 7488932"/>
              <a:gd name="connsiteY7" fmla="*/ 0 h 4192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88932" h="4192760">
                <a:moveTo>
                  <a:pt x="3744466" y="0"/>
                </a:moveTo>
                <a:cubicBezTo>
                  <a:pt x="5812477" y="0"/>
                  <a:pt x="7488932" y="1676455"/>
                  <a:pt x="7488932" y="3744466"/>
                </a:cubicBezTo>
                <a:cubicBezTo>
                  <a:pt x="7488932" y="3873717"/>
                  <a:pt x="7482383" y="4001438"/>
                  <a:pt x="7469600" y="4127316"/>
                </a:cubicBezTo>
                <a:lnTo>
                  <a:pt x="7461284" y="4192760"/>
                </a:lnTo>
                <a:lnTo>
                  <a:pt x="27649" y="4192760"/>
                </a:lnTo>
                <a:lnTo>
                  <a:pt x="19333" y="4127316"/>
                </a:lnTo>
                <a:cubicBezTo>
                  <a:pt x="6549" y="4001438"/>
                  <a:pt x="0" y="3873717"/>
                  <a:pt x="0" y="3744466"/>
                </a:cubicBezTo>
                <a:cubicBezTo>
                  <a:pt x="0" y="1676455"/>
                  <a:pt x="1676455" y="0"/>
                  <a:pt x="374446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879175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74C325-7DA9-6FF9-550C-3111D615A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07722-C940-6E13-E8E5-546C36182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39835-727C-1053-8358-73E8DCDB8C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51883532-B3C7-1849-B04B-F6CD1355091B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514DE-F347-917E-7A4E-D6627638EF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7AB1F7FE-2759-BD47-85BE-F3248C3377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993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cap="all" spc="3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yasserh/wine-quality-dataset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EB2F53-CE04-804B-6EDF-4DD2BD9CA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85625"/>
            <a:ext cx="9144000" cy="766770"/>
          </a:xfrm>
        </p:spPr>
        <p:txBody>
          <a:bodyPr>
            <a:normAutofit fontScale="90000"/>
          </a:bodyPr>
          <a:lstStyle/>
          <a:p>
            <a:r>
              <a:rPr lang="en-US" dirty="0"/>
              <a:t>Wine Quality Analysis &amp; Prediction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9139AB6-1EB6-FC7F-837D-CE987014E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57700" y="6272308"/>
            <a:ext cx="3276600" cy="380999"/>
          </a:xfrm>
        </p:spPr>
        <p:txBody>
          <a:bodyPr/>
          <a:lstStyle/>
          <a:p>
            <a:r>
              <a:rPr lang="en-US" dirty="0" err="1"/>
              <a:t>S,h,v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ED9BE6-3F2D-3CB9-8CE7-C81188404AE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74320" y="6272308"/>
            <a:ext cx="3276601" cy="380998"/>
          </a:xfrm>
        </p:spPr>
        <p:txBody>
          <a:bodyPr/>
          <a:lstStyle/>
          <a:p>
            <a:r>
              <a:rPr lang="en-US" dirty="0"/>
              <a:t>Course: DSC 450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3137D2-EDFE-6F66-21ED-228DD750C0C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639499" y="6272308"/>
            <a:ext cx="3276601" cy="380998"/>
          </a:xfrm>
        </p:spPr>
        <p:txBody>
          <a:bodyPr/>
          <a:lstStyle/>
          <a:p>
            <a:r>
              <a:rPr lang="en-US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373338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EC81F-7022-579A-C587-BF85C3176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841" y="1240770"/>
            <a:ext cx="5946559" cy="718660"/>
          </a:xfrm>
        </p:spPr>
        <p:txBody>
          <a:bodyPr/>
          <a:lstStyle/>
          <a:p>
            <a:r>
              <a:rPr lang="en-US" dirty="0"/>
              <a:t>DATASET USED</a:t>
            </a:r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AAA3C9F5-712F-47D3-870D-D3548A885B6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12666" r="12666"/>
          <a:stretch>
            <a:fillRect/>
          </a:stretch>
        </p:blipFill>
        <p:spPr>
          <a:xfrm>
            <a:off x="8176690" y="772910"/>
            <a:ext cx="3653360" cy="5950915"/>
          </a:xfrm>
        </p:spPr>
      </p:pic>
      <p:sp>
        <p:nvSpPr>
          <p:cNvPr id="14" name="Rectangle 5">
            <a:extLst>
              <a:ext uri="{FF2B5EF4-FFF2-40B4-BE49-F238E27FC236}">
                <a16:creationId xmlns:a16="http://schemas.microsoft.com/office/drawing/2014/main" id="{090A2162-AE2B-4ED8-A5F6-ACE11B52C4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6687" y="3126941"/>
            <a:ext cx="669131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 Wine Quality Dataset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https://www.kaggle.com/datasets/yasserh/wine-quality-dataset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Variables Included: Alcohol Levels, Acidity, Sugar Content, Sulfur Dioxide Levels, pH, Density, Quality Ratings, and Wine Type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Last Updated ~4 years ago on Kaggle Dataset (Relevant Source)</a:t>
            </a:r>
          </a:p>
        </p:txBody>
      </p:sp>
    </p:spTree>
    <p:extLst>
      <p:ext uri="{BB962C8B-B14F-4D97-AF65-F5344CB8AC3E}">
        <p14:creationId xmlns:p14="http://schemas.microsoft.com/office/powerpoint/2010/main" val="3588490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59CD0-9A2D-41A1-906A-02EDEA85F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A11FB-B392-41E9-8317-7FFB8D92D3DD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76656" y="5541100"/>
            <a:ext cx="2807949" cy="2505956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Wrangling:</a:t>
            </a:r>
            <a:endParaRPr lang="en-US" dirty="0"/>
          </a:p>
          <a:p>
            <a:r>
              <a:rPr lang="en-US" dirty="0" err="1"/>
              <a:t>F&amp;v</a:t>
            </a:r>
            <a:endParaRPr lang="en-US" dirty="0"/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Scientist: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dirty="0"/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Visualizer:</a:t>
            </a:r>
          </a:p>
          <a:p>
            <a:r>
              <a:rPr lang="en-US" dirty="0"/>
              <a:t>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D259C739-26FC-4622-B11C-CAE12A7172A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6283" b="6283"/>
          <a:stretch>
            <a:fillRect/>
          </a:stretch>
        </p:blipFill>
        <p:spPr>
          <a:xfrm>
            <a:off x="4858870" y="131740"/>
            <a:ext cx="6578749" cy="2490933"/>
          </a:xfr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ECD3775-BCE9-415B-BDDF-C3AECA588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144" y="2929466"/>
            <a:ext cx="7315200" cy="142514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F3061BD-A7E5-4B7F-8504-F3BC2CF0A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800" y="4480198"/>
            <a:ext cx="4893734" cy="237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88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808DB-A0AE-10F3-D525-162521E21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0080"/>
            <a:ext cx="10515600" cy="914400"/>
          </a:xfrm>
        </p:spPr>
        <p:txBody>
          <a:bodyPr/>
          <a:lstStyle/>
          <a:p>
            <a:r>
              <a:rPr lang="en-US" dirty="0"/>
              <a:t>MAIN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C5434-0D90-C221-6223-540D2DC21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0" y="1828800"/>
            <a:ext cx="4572000" cy="1071948"/>
          </a:xfrm>
        </p:spPr>
        <p:txBody>
          <a:bodyPr/>
          <a:lstStyle/>
          <a:p>
            <a:r>
              <a:rPr lang="en-US" b="1" dirty="0"/>
              <a:t>Primary Question: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factors influence wine quality?</a:t>
            </a:r>
          </a:p>
          <a:p>
            <a:r>
              <a:rPr lang="en-US" dirty="0"/>
              <a:t>.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D0F70B-6DA8-4E87-A46F-2B3BC8A649DF}"/>
              </a:ext>
            </a:extLst>
          </p:cNvPr>
          <p:cNvSpPr txBox="1"/>
          <p:nvPr/>
        </p:nvSpPr>
        <p:spPr>
          <a:xfrm>
            <a:off x="3505200" y="3957253"/>
            <a:ext cx="8172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Secondary Questions: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Does alcohol impact wine quality?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differences exist between red and white wine?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834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F2459-7800-32E5-93E9-B5C06F913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B1B350-1C39-4782-9B97-6D28262232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Combined datasets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duplicates &amp; missing values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Scaled features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Encoded wine type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new feature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B6612B-D268-4B4A-9E8C-740BA07F5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5350"/>
            <a:ext cx="47625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669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8BBA8-1376-4A5F-2E4F-CE9B9CDB3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295E1-B15B-1F9C-E0EC-9EB921E58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7" y="3962943"/>
            <a:ext cx="4649066" cy="3931920"/>
          </a:xfrm>
        </p:spPr>
        <p:txBody>
          <a:bodyPr>
            <a:normAutofit/>
          </a:bodyPr>
          <a:lstStyle/>
          <a:p>
            <a:r>
              <a:rPr lang="en-US" b="1" dirty="0"/>
              <a:t>Key Insight: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 wines are mid-quality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Few extreme values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32CBFE-4F38-4D9D-A39A-910604A19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0933" y="1317413"/>
            <a:ext cx="3072214" cy="4152054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804533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52D68-7C84-7BAE-FFAE-0F0BD0AD7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640080"/>
            <a:ext cx="3236955" cy="2490932"/>
          </a:xfrm>
        </p:spPr>
        <p:txBody>
          <a:bodyPr/>
          <a:lstStyle/>
          <a:p>
            <a:r>
              <a:rPr lang="en-US" dirty="0"/>
              <a:t>RED VS WHITE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000CD158-A61C-CDCD-65F0-71960F6A4A92}"/>
              </a:ext>
            </a:extLst>
          </p:cNvPr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r>
              <a:rPr lang="en-US" b="1" dirty="0"/>
              <a:t>Most noticeable difference: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White wines tend to have higher alcohol spread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 wines more concentrated</a:t>
            </a:r>
          </a:p>
          <a:p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62D6876-31A3-4142-AE63-6DA63E884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335" y="704501"/>
            <a:ext cx="6154009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465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0FDC5-0B47-1BCA-A78D-B15EBA9C4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894" y="2004576"/>
            <a:ext cx="4090450" cy="1686988"/>
          </a:xfrm>
        </p:spPr>
        <p:txBody>
          <a:bodyPr/>
          <a:lstStyle/>
          <a:p>
            <a:r>
              <a:rPr lang="en-US" dirty="0"/>
              <a:t>MODELING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264A0-5330-A7BF-46CB-D6289606B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0850" y="2526357"/>
            <a:ext cx="4824256" cy="318864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Used regression models: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Linear Regression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Ridge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Random Forest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Gradient Boosting</a:t>
            </a:r>
          </a:p>
        </p:txBody>
      </p:sp>
    </p:spTree>
    <p:extLst>
      <p:ext uri="{BB962C8B-B14F-4D97-AF65-F5344CB8AC3E}">
        <p14:creationId xmlns:p14="http://schemas.microsoft.com/office/powerpoint/2010/main" val="584050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5BC00-405A-4EAF-BFBE-547453D6F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112A4-DC8B-4C81-8592-643D2AFC8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57400"/>
            <a:ext cx="4090450" cy="3286030"/>
          </a:xfrm>
        </p:spPr>
        <p:txBody>
          <a:bodyPr/>
          <a:lstStyle/>
          <a:p>
            <a:r>
              <a:rPr lang="en-US" b="1" dirty="0"/>
              <a:t>Best Result: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Ensemble models performed better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Captures non-linear relationships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AC9569-06C9-4945-AF12-AE642CD06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980" y="1299865"/>
            <a:ext cx="5477639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690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3855C-2130-46DA-9004-FE123754A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97180"/>
            <a:ext cx="5010150" cy="249093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A2BC6C1-13B7-46AE-8179-0CF3D44B1E51}"/>
              </a:ext>
            </a:extLst>
          </p:cNvPr>
          <p:cNvSpPr>
            <a:spLocks noGrp="1" noChangeArrowheads="1"/>
          </p:cNvSpPr>
          <p:nvPr>
            <p:ph idx="18"/>
          </p:nvPr>
        </p:nvSpPr>
        <p:spPr bwMode="auto">
          <a:xfrm>
            <a:off x="4229100" y="3044280"/>
            <a:ext cx="817245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wines are mid-quality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Alcohol positively impacts quality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 &amp; white wines differ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features are more influential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7491DB-4F50-4AC1-9137-42AD05FA9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229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228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8002D-5511-4E3F-9479-880AE1D49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878" y="3052081"/>
            <a:ext cx="3742466" cy="753837"/>
          </a:xfrm>
        </p:spPr>
        <p:txBody>
          <a:bodyPr>
            <a:normAutofit/>
          </a:bodyPr>
          <a:lstStyle/>
          <a:p>
            <a:r>
              <a:rPr lang="en-US" sz="32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F8884-70DC-42C4-810E-3394D8A0A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058333"/>
            <a:ext cx="4649066" cy="5064880"/>
          </a:xfrm>
        </p:spPr>
        <p:txBody>
          <a:bodyPr>
            <a:normAutofit fontScale="85000" lnSpcReduction="10000"/>
          </a:bodyPr>
          <a:lstStyle/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Wine quality is influenced by key chemical properties: </a:t>
            </a:r>
          </a:p>
          <a:p>
            <a:endParaRPr lang="en-US" sz="1800" dirty="0"/>
          </a:p>
          <a:p>
            <a:r>
              <a:rPr lang="en-US" sz="1800" dirty="0"/>
              <a:t> • Most wines fall in the mid-quality range </a:t>
            </a:r>
          </a:p>
          <a:p>
            <a:endParaRPr lang="en-US" sz="1800" dirty="0"/>
          </a:p>
          <a:p>
            <a:r>
              <a:rPr lang="en-US" sz="1800" dirty="0"/>
              <a:t>• Red and white wines differ in composition</a:t>
            </a:r>
          </a:p>
          <a:p>
            <a:r>
              <a:rPr lang="en-US" sz="1800" dirty="0"/>
              <a:t> </a:t>
            </a:r>
          </a:p>
          <a:p>
            <a:r>
              <a:rPr lang="en-US" sz="1800" dirty="0"/>
              <a:t>• Alcohol shows a positive relationship with quality </a:t>
            </a:r>
          </a:p>
          <a:p>
            <a:endParaRPr lang="en-US" sz="1800" dirty="0"/>
          </a:p>
          <a:p>
            <a:r>
              <a:rPr lang="en-US" sz="1800" dirty="0"/>
              <a:t>• Models can predict wine quality with moderate accuracy </a:t>
            </a:r>
          </a:p>
          <a:p>
            <a:endParaRPr lang="en-US" sz="1800" dirty="0"/>
          </a:p>
          <a:p>
            <a:r>
              <a:rPr lang="en-US" sz="1800" dirty="0"/>
              <a:t>• Ensemble models perform better, suggesting complex relationships</a:t>
            </a:r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01734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1BE7D9-E903-94AA-BA16-8918A89DE9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85900" y="2662230"/>
            <a:ext cx="9144000" cy="766770"/>
          </a:xfrm>
        </p:spPr>
        <p:txBody>
          <a:bodyPr/>
          <a:lstStyle/>
          <a:p>
            <a:r>
              <a:rPr lang="en-US" dirty="0"/>
              <a:t>The End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AC8A16-02E9-42AE-AF53-9FE40CF63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1925" y="1827946"/>
            <a:ext cx="3710525" cy="474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01276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outhwestern 2">
      <a:dk1>
        <a:srgbClr val="000000"/>
      </a:dk1>
      <a:lt1>
        <a:srgbClr val="FFFFFF"/>
      </a:lt1>
      <a:dk2>
        <a:srgbClr val="793713"/>
      </a:dk2>
      <a:lt2>
        <a:srgbClr val="DEB78C"/>
      </a:lt2>
      <a:accent1>
        <a:srgbClr val="0E2740"/>
      </a:accent1>
      <a:accent2>
        <a:srgbClr val="E8E8E8"/>
      </a:accent2>
      <a:accent3>
        <a:srgbClr val="F1E9D7"/>
      </a:accent3>
      <a:accent4>
        <a:srgbClr val="B0D6D6"/>
      </a:accent4>
      <a:accent5>
        <a:srgbClr val="B3963C"/>
      </a:accent5>
      <a:accent6>
        <a:srgbClr val="2D3036"/>
      </a:accent6>
      <a:hlink>
        <a:srgbClr val="467886"/>
      </a:hlink>
      <a:folHlink>
        <a:srgbClr val="96607D"/>
      </a:folHlink>
    </a:clrScheme>
    <a:fontScheme name="Custom 55">
      <a:majorFont>
        <a:latin typeface="Selawik"/>
        <a:ea typeface=""/>
        <a:cs typeface=""/>
      </a:majorFont>
      <a:minorFont>
        <a:latin typeface="Selaw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Workshop Event Information_win32_EF_v8" id="{B792AA16-4244-4CBA-8092-9257E253319A}" vid="{EFFD2803-56CE-4C98-8A5E-8BC20224F3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B533BD-8704-4C80-9418-01B243DBDC81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8FA1BC8-31FE-41AF-9343-47E7BC81D95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C6C79D-4505-4EE3-901B-C44D7F786F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Workshop event slideshow</Template>
  <TotalTime>126</TotalTime>
  <Words>269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Selawik</vt:lpstr>
      <vt:lpstr>Times New Roman</vt:lpstr>
      <vt:lpstr>Custom</vt:lpstr>
      <vt:lpstr>Wine Quality Analysis &amp; Prediction</vt:lpstr>
      <vt:lpstr>DATASET USED</vt:lpstr>
      <vt:lpstr>PROJECT ROLES</vt:lpstr>
      <vt:lpstr>MAIN GOALS</vt:lpstr>
      <vt:lpstr>DATA PREPARATION</vt:lpstr>
      <vt:lpstr>QUALITY DISTRIBUTION</vt:lpstr>
      <vt:lpstr>RED VS WHITE</vt:lpstr>
      <vt:lpstr>MODELING APPROACH</vt:lpstr>
      <vt:lpstr>MODEL RESULTS</vt:lpstr>
      <vt:lpstr>KEY FINDINGS</vt:lpstr>
      <vt:lpstr>CONCLUSION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Wine Quality Analysis &amp; Prediction</dc:title>
  <dc:creator>Sijad, Hana [C]</dc:creator>
  <cp:lastModifiedBy>Sijad, Hana [C]</cp:lastModifiedBy>
  <cp:revision>10</cp:revision>
  <dcterms:created xsi:type="dcterms:W3CDTF">2026-04-25T18:07:26Z</dcterms:created>
  <dcterms:modified xsi:type="dcterms:W3CDTF">2026-04-25T20:13:32Z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